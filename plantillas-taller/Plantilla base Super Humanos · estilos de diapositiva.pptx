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s y divisores" id="{314ffd79-b328-3c34-ce35-b2e6dfe27d5e}">
          <p14:sldIdLst>
            <p14:sldId id="256"/>
            <p14:sldId id="257"/>
            <p14:sldId id="258"/>
            <p14:sldId id="259"/>
          </p14:sldIdLst>
        </p14:section>
        <p14:section name="Texto" id="{a682871f-6c79-f7c4-685e-3a3adf642b88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arjetas y filas" id="{d06f7b30-c719-6886-92a0-13a82aa71f2f}">
          <p14:sldIdLst>
            <p14:sldId id="266"/>
            <p14:sldId id="267"/>
            <p14:sldId id="268"/>
            <p14:sldId id="269"/>
            <p14:sldId id="270"/>
          </p14:sldIdLst>
        </p14:section>
        <p14:section name="Datos" id="{e919f95b-23a1-7c1d-f894-0946585eb87a}">
          <p14:sldIdLst>
            <p14:sldId id="271"/>
            <p14:sldId id="272"/>
            <p14:sldId id="273"/>
            <p14:sldId id="274"/>
          </p14:sldIdLst>
        </p14:section>
        <p14:section name="Herramienta y pantalla" id="{17f81e40-a63d-16be-1460-d4602c09142b}">
          <p14:sldIdLst>
            <p14:sldId id="275"/>
            <p14:sldId id="276"/>
            <p14:sldId id="277"/>
            <p14:sldId id="278"/>
          </p14:sldIdLst>
        </p14:section>
        <p14:section name="Cierre" id="{f1f7e645-5082-6801-098c-69e1c343433f}">
          <p14:sldIdLst>
            <p14:sldId id="279"/>
          </p14:sldIdLst>
        </p14:section>
        <p14:section name="Guía y biblioteca" id="{ebe64e56-422b-652e-a75a-6876fb8ab6e4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A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Uno</c:v>
                  </c:pt>
                  <c:pt idx="1">
                    <c:v>Dos</c:v>
                  </c:pt>
                  <c:pt idx="2">
                    <c:v>Tres</c:v>
                  </c:pt>
                  <c:pt idx="3">
                    <c:v>Cuatro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60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B</c:v>
                </c:pt>
              </c:strCache>
            </c:strRef>
          </c:tx>
          <c:spPr>
            <a:solidFill>
              <a:srgbClr val="FCC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0D0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Uno</c:v>
                  </c:pt>
                  <c:pt idx="1">
                    <c:v>Dos</c:v>
                  </c:pt>
                  <c:pt idx="2">
                    <c:v>Tres</c:v>
                  </c:pt>
                  <c:pt idx="3">
                    <c:v>Cuatro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12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0D0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0D0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EDE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D0D0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oscura. Título en amarillo, hasta 40 caracteres en una línea. Subtítulo en blanco.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clara. Misma estructura, fondo blanco. El acento de texto sobre blanco es #8A6B00.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sección. Número grande, nombre y una línea. Úsalo para cambiar de momento dentro del encuentro.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claro con cinta negra. Texto en cursiva, hasta 24 caracteres.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cuerpo. El estilo más simple: un título, un antetítulo y hasta dos párrafos cortos.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cuerpo, versión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Lista. Hasta cinco puntos de una línea. Las viñetas son chevrones.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columnas. Sirve para texto e imagen, o para dos ideas que se comparan.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frase. Para la idea central o una pregunta al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o historia. Texto en Barlow cursiva. La atribución va en cuerpo.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tarjetas. Para tres ideas, tres pasos o tres opciones. Cambia el ícono desde la biblioteca.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tarjetas en rejilla, versión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 de ícono y texto. Dos columnas de dos filas. Hasta seis filas por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numerado. De tres a seis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 de chevrones. Amarillo para lo hecho o lo actual, gris para lo que falta. Hasta seis segmentos.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grandes. Hasta tres por diapositiva, con su etiqueta debajo.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Comparación. Gris para el antes, amarillo sobre negro para el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nativo. Serie principal en amarillo, secundaria en gris. Clic derecho &gt; Editar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Tabla. Encabezado negro con texto amarillo, filas con borde gris. Hasta ocho filas.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de prompt. Caja negra con chip amarillo. El texto va completo para que la gente lo copie de la grabación.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 libre. Para compartir la herramienta o pegar una captura. Borra el recuadro punteado al pegar.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y resultado,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 media sangre con titular. Reemplaza el rectángulo gris por la foto: clic derecho &gt;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Gracias y el correo del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uso. Se borra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y tres íconos del sistema Campus Pivot en tres variantes: círculo negro con trazo amarillo, trazo negro suelto y círculo amarillo con trazo negro. Son imágenes PNG de 512 px. El sprite SVG original vive en el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[Taller]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[Taller]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[Taller]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[Taller]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pn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pn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pn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pn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png"/><Relationship Id="rId31" Type="http://schemas.openxmlformats.org/officeDocument/2006/relationships/image" Target="../media/image-26-31.png"/><Relationship Id="rId32" Type="http://schemas.openxmlformats.org/officeDocument/2006/relationships/image" Target="../media/image-26-32.png"/><Relationship Id="rId33" Type="http://schemas.openxmlformats.org/officeDocument/2006/relationships/image" Target="../media/image-26-33.png"/><Relationship Id="rId34" Type="http://schemas.openxmlformats.org/officeDocument/2006/relationships/image" Target="../media/image-26-34.png"/><Relationship Id="rId35" Type="http://schemas.openxmlformats.org/officeDocument/2006/relationships/image" Target="../media/image-26-35.png"/><Relationship Id="rId36" Type="http://schemas.openxmlformats.org/officeDocument/2006/relationships/image" Target="../media/image-26-36.png"/><Relationship Id="rId37" Type="http://schemas.openxmlformats.org/officeDocument/2006/relationships/image" Target="../media/image-26-37.png"/><Relationship Id="rId38" Type="http://schemas.openxmlformats.org/officeDocument/2006/relationships/image" Target="../media/image-26-38.png"/><Relationship Id="rId39" Type="http://schemas.openxmlformats.org/officeDocument/2006/relationships/image" Target="../media/image-26-39.png"/><Relationship Id="rId40" Type="http://schemas.openxmlformats.org/officeDocument/2006/relationships/image" Target="../media/image-26-40.png"/><Relationship Id="rId41" Type="http://schemas.openxmlformats.org/officeDocument/2006/relationships/image" Target="../media/image-26-41.png"/><Relationship Id="rId42" Type="http://schemas.openxmlformats.org/officeDocument/2006/relationships/image" Target="../media/image-26-42.png"/><Relationship Id="rId43" Type="http://schemas.openxmlformats.org/officeDocument/2006/relationships/image" Target="../media/image-26-43.png"/><Relationship Id="rId44" Type="http://schemas.openxmlformats.org/officeDocument/2006/relationships/image" Target="../media/image-26-44.png"/><Relationship Id="rId45" Type="http://schemas.openxmlformats.org/officeDocument/2006/relationships/image" Target="../media/image-26-45.png"/><Relationship Id="rId46" Type="http://schemas.openxmlformats.org/officeDocument/2006/relationships/image" Target="../media/image-26-46.png"/><Relationship Id="rId47" Type="http://schemas.openxmlformats.org/officeDocument/2006/relationships/image" Target="../media/image-26-47.png"/><Relationship Id="rId48" Type="http://schemas.openxmlformats.org/officeDocument/2006/relationships/image" Target="../media/image-26-48.png"/><Relationship Id="rId49" Type="http://schemas.openxmlformats.org/officeDocument/2006/relationships/image" Target="../media/image-26-49.png"/><Relationship Id="rId50" Type="http://schemas.openxmlformats.org/officeDocument/2006/relationships/image" Target="../media/image-26-50.png"/><Relationship Id="rId51" Type="http://schemas.openxmlformats.org/officeDocument/2006/relationships/image" Target="../media/image-26-51.png"/><Relationship Id="rId52" Type="http://schemas.openxmlformats.org/officeDocument/2006/relationships/image" Target="../media/image-26-52.png"/><Relationship Id="rId53" Type="http://schemas.openxmlformats.org/officeDocument/2006/relationships/image" Target="../media/image-26-53.png"/><Relationship Id="rId54" Type="http://schemas.openxmlformats.org/officeDocument/2006/relationships/image" Target="../media/image-26-54.png"/><Relationship Id="rId55" Type="http://schemas.openxmlformats.org/officeDocument/2006/relationships/image" Target="../media/image-26-55.png"/><Relationship Id="rId56" Type="http://schemas.openxmlformats.org/officeDocument/2006/relationships/image" Target="../media/image-26-56.png"/><Relationship Id="rId57" Type="http://schemas.openxmlformats.org/officeDocument/2006/relationships/image" Target="../media/image-26-57.png"/><Relationship Id="rId58" Type="http://schemas.openxmlformats.org/officeDocument/2006/relationships/image" Target="../media/image-26-58.png"/><Relationship Id="rId59" Type="http://schemas.openxmlformats.org/officeDocument/2006/relationships/image" Target="../media/image-26-59.png"/><Relationship Id="rId60" Type="http://schemas.openxmlformats.org/officeDocument/2006/relationships/image" Target="../media/image-26-60.png"/><Relationship Id="rId61" Type="http://schemas.openxmlformats.org/officeDocument/2006/relationships/image" Target="../media/image-26-61.png"/><Relationship Id="rId62" Type="http://schemas.openxmlformats.org/officeDocument/2006/relationships/image" Target="../media/image-26-62.png"/><Relationship Id="rId63" Type="http://schemas.openxmlformats.org/officeDocument/2006/relationships/image" Target="../media/image-26-63.png"/><Relationship Id="rId64" Type="http://schemas.openxmlformats.org/officeDocument/2006/relationships/image" Target="../media/image-26-64.png"/><Relationship Id="rId65" Type="http://schemas.openxmlformats.org/officeDocument/2006/relationships/image" Target="../media/image-26-65.png"/><Relationship Id="rId66" Type="http://schemas.openxmlformats.org/officeDocument/2006/relationships/image" Target="../media/image-26-66.png"/><Relationship Id="rId67" Type="http://schemas.openxmlformats.org/officeDocument/2006/relationships/image" Target="../media/image-26-67.png"/><Relationship Id="rId68" Type="http://schemas.openxmlformats.org/officeDocument/2006/relationships/image" Target="../media/image-26-68.png"/><Relationship Id="rId69" Type="http://schemas.openxmlformats.org/officeDocument/2006/relationships/image" Target="../media/image-26-69.png"/><Relationship Id="rId70" Type="http://schemas.openxmlformats.org/officeDocument/2006/relationships/image" Target="../media/image-26-70.png"/><Relationship Id="rId71" Type="http://schemas.openxmlformats.org/officeDocument/2006/relationships/image" Target="../media/image-26-71.png"/><Relationship Id="rId72" Type="http://schemas.openxmlformats.org/officeDocument/2006/relationships/image" Target="../media/image-26-72.png"/><Relationship Id="rId73" Type="http://schemas.openxmlformats.org/officeDocument/2006/relationships/image" Target="../media/image-26-73.png"/><Relationship Id="rId74" Type="http://schemas.openxmlformats.org/officeDocument/2006/relationships/image" Target="../media/image-26-74.png"/><Relationship Id="rId75" Type="http://schemas.openxmlformats.org/officeDocument/2006/relationships/image" Target="../media/image-26-75.png"/><Relationship Id="rId76" Type="http://schemas.openxmlformats.org/officeDocument/2006/relationships/image" Target="../media/image-26-76.png"/><Relationship Id="rId77" Type="http://schemas.openxmlformats.org/officeDocument/2006/relationships/image" Target="../media/image-26-77.png"/><Relationship Id="rId78" Type="http://schemas.openxmlformats.org/officeDocument/2006/relationships/image" Target="../media/image-26-78.png"/><Relationship Id="rId79" Type="http://schemas.openxmlformats.org/officeDocument/2006/relationships/image" Target="../media/image-26-79.png"/><Relationship Id="rId80" Type="http://schemas.openxmlformats.org/officeDocument/2006/relationships/image" Target="../media/image-26-80.png"/><Relationship Id="rId81" Type="http://schemas.openxmlformats.org/officeDocument/2006/relationships/image" Target="../media/image-26-81.png"/><Relationship Id="rId82" Type="http://schemas.openxmlformats.org/officeDocument/2006/relationships/image" Target="../media/image-26-82.png"/><Relationship Id="rId83" Type="http://schemas.openxmlformats.org/officeDocument/2006/relationships/image" Target="../media/image-26-83.png"/><Relationship Id="rId84" Type="http://schemas.openxmlformats.org/officeDocument/2006/relationships/image" Target="../media/image-26-84.png"/><Relationship Id="rId85" Type="http://schemas.openxmlformats.org/officeDocument/2006/relationships/image" Target="../media/image-26-85.png"/><Relationship Id="rId86" Type="http://schemas.openxmlformats.org/officeDocument/2006/relationships/image" Target="../media/image-26-86.png"/><Relationship Id="rId87" Type="http://schemas.openxmlformats.org/officeDocument/2006/relationships/image" Target="../media/image-26-87.png"/><Relationship Id="rId88" Type="http://schemas.openxmlformats.org/officeDocument/2006/relationships/image" Target="../media/image-26-88.png"/><Relationship Id="rId89" Type="http://schemas.openxmlformats.org/officeDocument/2006/relationships/image" Target="../media/image-26-89.png"/><Relationship Id="rId90" Type="http://schemas.openxmlformats.org/officeDocument/2006/relationships/image" Target="../media/image-26-90.png"/><Relationship Id="rId91" Type="http://schemas.openxmlformats.org/officeDocument/2006/relationships/image" Target="../media/image-26-91.png"/><Relationship Id="rId92" Type="http://schemas.openxmlformats.org/officeDocument/2006/relationships/image" Target="../media/image-26-92.png"/><Relationship Id="rId93" Type="http://schemas.openxmlformats.org/officeDocument/2006/relationships/image" Target="../media/image-26-93.png"/><Relationship Id="rId94" Type="http://schemas.openxmlformats.org/officeDocument/2006/relationships/image" Target="../media/image-26-94.png"/><Relationship Id="rId95" Type="http://schemas.openxmlformats.org/officeDocument/2006/relationships/image" Target="../media/image-26-95.png"/><Relationship Id="rId96" Type="http://schemas.openxmlformats.org/officeDocument/2006/relationships/image" Target="../media/image-26-96.png"/><Relationship Id="rId97" Type="http://schemas.openxmlformats.org/officeDocument/2006/relationships/image" Target="../media/image-26-97.png"/><Relationship Id="rId98" Type="http://schemas.openxmlformats.org/officeDocument/2006/relationships/image" Target="../media/image-26-98.png"/><Relationship Id="rId99" Type="http://schemas.openxmlformats.org/officeDocument/2006/relationships/image" Target="../media/image-26-99.png"/><Relationship Id="rId100" Type="http://schemas.openxmlformats.org/officeDocument/2006/relationships/slideLayout" Target="../slideLayouts/slideLayout4.xml"/><Relationship Id="rId101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GRANDE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SUBTÍTULO EN UNA LÍNEA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Fecha · hora · lugar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GRANDE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SUBTÍTULO EN UNA LÍNEA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Fecha · hora · lugar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463040" cy="20116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926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NOMBRE DE LA SECCIÓN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línea que diga qué viene en esta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43784"/>
            <a:ext cx="201168" cy="7132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743200"/>
            <a:ext cx="6400800" cy="9144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CINTA DE SECCIÓN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línea que diga qué viene en esta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párrafo si hace falta. Máximo 60 palabras por diapositiva.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párrafo si hace falta. Máximo 60 palabras por diapositiva.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Primer punto, en una línea.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punto, en una línea.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Tercer punto, en una línea.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Cuarto punto si hace falta.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COLUMNA IZQUIERDA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párrafo si hace falta. Máximo 60 palabras por diapositiva.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74536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COLUMNA DERECHA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002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párrafo si hace falta. Máximo 60 palabras por diapositiva.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SOLA FRASE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idea más importante de la diapositiva, escrita en una frase de hasta quince palabras.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457200" cy="6400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17830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“Lo que dijo la persona, con sus palabras, en dos o tres líneas.”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Nombre · cargo · empresa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3931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666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931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20574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91840"/>
            <a:ext cx="29666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7797" y="1783080"/>
            <a:ext cx="3515258" cy="393192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20574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02117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402117" y="3291840"/>
            <a:ext cx="29666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56032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33008" y="17373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38848" y="201168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238848" y="256032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06908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1772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37947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40690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38848" y="406908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TARJETA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238848" y="4617720"/>
            <a:ext cx="412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764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ENCABEZADO DE LA FILA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75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1764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ENCABEZADO DE LA FILA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20756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502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ENCABEZADO DE LA FILA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38130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5204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40880" y="3502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ENCABEZADO DE LA FILA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7040880" y="38130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Primer paso en una línea.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Segundo paso en una línea.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Tercer paso en una línea.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06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Cuarto paso en una línea.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29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Quinto paso en una línea.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LÍNEA DE TIEMPO O AGENDA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74992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PASO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pasa aquí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 dos líneas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8496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7096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PASO 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78496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pasa aquí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 dos líneas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08352" y="1783080"/>
            <a:ext cx="2174992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6952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PASO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08352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pasa aquí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 dos líneas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38208" y="1783080"/>
            <a:ext cx="2174992" cy="50292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66808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PASO 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38208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pasa aquí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 dos líneas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68063" y="1783080"/>
            <a:ext cx="2174992" cy="50292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6663" y="1783080"/>
            <a:ext cx="176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PASO 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8063" y="2359152"/>
            <a:ext cx="217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pasa aquí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 dos líneas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mide esta cifra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85 %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mide esta cifra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3×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mide esta cifra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ANTES Y DESPUÉS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0048" cy="393192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4825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86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410048" cy="3931920"/>
          </a:xfrm>
          <a:prstGeom prst="roundRect">
            <a:avLst>
              <a:gd name="adj" fmla="val 2558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204825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6784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DESPUÉS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33172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3383280"/>
            <a:ext cx="48614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GRÁFICO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783080"/>
            <a:ext cx="3502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muestra el gráfico, en dos o tres líneas. Los datos se cambian con clic derecho &gt; Editar datos.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TABLA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79776"/>
                <a:gridCol w="2779776"/>
                <a:gridCol w="27797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Columna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Columna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Columna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Columna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Fila 1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Fila 2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Fila 3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Fila 4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Fila 5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Dato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ANTETÍTULO O CONTEXTO EN UNA LÍNEA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83680" cy="3931920"/>
          </a:xfrm>
          <a:prstGeom prst="roundRect">
            <a:avLst>
              <a:gd name="adj" fmla="val 2558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98424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04872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Escribe aquí el prompt completo, tal como se pega en la herramienta: rol, contexto, tarea y formato de salida.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7830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la derecha, qué hace el prompt o qué revisar en la respuesta.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SE ESTÁ MOSTRANDO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4415" cy="5212080"/>
          </a:xfrm>
          <a:prstGeom prst="roundRect">
            <a:avLst>
              <a:gd name="adj" fmla="val 1930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2834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Pantalla compartida o captura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SE ESTÁ MOSTRANDO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937760" cy="5212080"/>
          </a:xfrm>
          <a:prstGeom prst="roundRect">
            <a:avLst>
              <a:gd name="adj" fmla="val 2037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6984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06984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90472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5852160" cy="5212080"/>
          </a:xfrm>
          <a:prstGeom prst="roundRect">
            <a:avLst>
              <a:gd name="adj" fmla="val 1930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743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35040" y="3520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262623"/>
          </a:solidFill>
          <a:ln w="12700">
            <a:solidFill>
              <a:srgbClr val="26262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832" y="3063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886200"/>
            <a:ext cx="70711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93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Imagen a sangre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528383" y="2011680"/>
            <a:ext cx="4114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SOBRE LA IMAGEN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528383" y="3566160"/>
            <a:ext cx="4114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Texto de cuerpo. Dos o tres líneas, en tipo oración, con una sola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Gracias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línea de cierre.</a:t>
            </a:r>
            <a:endParaRPr lang="en-US" sz="3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SUPERHUMANOS@GYJ.COM.CO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459028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Correo del programa.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USAR ESTA PLANTILLA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 BORRA ANTES DE PRESENTAR, JUNTO CON LA BIBLIOTECA DE ÍCONOS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Duplica la diapositiva del estilo que necesites y cambia el texto. Cada una tiene en las notas para qué sirve.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Para una diapositiva vacía con el pie y el número: Inicio &gt; Nueva diapositiva y elige CONTENIDO_CLARO, CONTENIDO_OSCURO, LIBRE_CLARO o LIBRE_OSCURO.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Los íconos están en la última diapositiva: copia y pega el que necesites.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pie de página se cambia una vez por archivo en Vista &gt; Patrón de diapositivas.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Nombre del archivo: SH_[PERFIL]_T[taller]_E[encuentro]_[AAAAMMDD].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47688" y="183794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737360"/>
            <a:ext cx="466344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00900" y="173736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NO CAMBIA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77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Titulares en Barlow Condensed, en mayúsculas. Cuerpo en Atkinson Hyperlegible Next, en tipo oración.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Negro #0D0D0C y amarillo #FCC800. Sobre amarillo, texto negro. Amarillo como texto solo sobre negro. Sobre blanco, el acento es #8A6B00.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idea por diapositiva y hasta 60 palabras de cuerpo.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logos de las empresas.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falta una fuente, PowerPoint usa Arial Narrow y Arial. Instala las dos antes de presentar.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BIBLIOTECA DE ÍCONOS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COPIA Y PEGA EL ÍCONO EN LA DIAPOSITIVA QUE LO NECESITE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1691640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304288"/>
            <a:ext cx="256032" cy="25603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23042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chevron-right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1" y="1691640"/>
            <a:ext cx="566928" cy="56692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71" y="2304288"/>
            <a:ext cx="256032" cy="25603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235" y="2304288"/>
            <a:ext cx="256032" cy="25603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5722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chevron-left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634" y="1691640"/>
            <a:ext cx="566928" cy="56692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54" y="2304288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818" y="2304288"/>
            <a:ext cx="256032" cy="256032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25658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chevrons-up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5217" y="1691640"/>
            <a:ext cx="566928" cy="566928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937" y="2304288"/>
            <a:ext cx="256032" cy="256032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4401" y="2304288"/>
            <a:ext cx="256032" cy="256032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357439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play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3800" y="1691640"/>
            <a:ext cx="566928" cy="56692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9520" y="2304288"/>
            <a:ext cx="256032" cy="25603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2984" y="2304288"/>
            <a:ext cx="256032" cy="256032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458297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live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8104" y="2304288"/>
            <a:ext cx="256032" cy="25603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1568" y="2304288"/>
            <a:ext cx="256032" cy="256032"/>
          </a:xfrm>
          <a:prstGeom prst="rect">
            <a:avLst/>
          </a:prstGeom>
        </p:spPr>
      </p:pic>
      <p:sp>
        <p:nvSpPr>
          <p:cNvPr id="28" name="Text 8"/>
          <p:cNvSpPr txBox="1"/>
          <p:nvPr/>
        </p:nvSpPr>
        <p:spPr>
          <a:xfrm>
            <a:off x="559155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camera</a:t>
            </a:r>
            <a:endParaRPr lang="en-US" sz="900" dirty="0"/>
          </a:p>
        </p:txBody>
      </p:sp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0967" y="1691640"/>
            <a:ext cx="566928" cy="566928"/>
          </a:xfrm>
          <a:prstGeom prst="rect">
            <a:avLst/>
          </a:prstGeom>
        </p:spPr>
      </p:pic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6687" y="2304288"/>
            <a:ext cx="256032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50151" y="2304288"/>
            <a:ext cx="256032" cy="256032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660013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upload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550" y="1691640"/>
            <a:ext cx="566928" cy="566928"/>
          </a:xfrm>
          <a:prstGeom prst="rect">
            <a:avLst/>
          </a:prstGeom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70" y="2304288"/>
            <a:ext cx="256032" cy="256032"/>
          </a:xfrm>
          <a:prstGeom prst="rect">
            <a:avLst/>
          </a:prstGeom>
        </p:spPr>
      </p:pic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8734" y="2304288"/>
            <a:ext cx="256032" cy="256032"/>
          </a:xfrm>
          <a:prstGeom prst="rect">
            <a:avLst/>
          </a:prstGeom>
        </p:spPr>
      </p:pic>
      <p:sp>
        <p:nvSpPr>
          <p:cNvPr id="36" name="Text 10"/>
          <p:cNvSpPr txBox="1"/>
          <p:nvPr/>
        </p:nvSpPr>
        <p:spPr>
          <a:xfrm>
            <a:off x="760872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8133" y="1691640"/>
            <a:ext cx="566928" cy="566928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3853" y="2304288"/>
            <a:ext cx="256032" cy="256032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7317" y="2304288"/>
            <a:ext cx="256032" cy="256032"/>
          </a:xfrm>
          <a:prstGeom prst="rect">
            <a:avLst/>
          </a:prstGeom>
        </p:spPr>
      </p:pic>
      <p:sp>
        <p:nvSpPr>
          <p:cNvPr id="40" name="Text 11"/>
          <p:cNvSpPr txBox="1"/>
          <p:nvPr/>
        </p:nvSpPr>
        <p:spPr>
          <a:xfrm>
            <a:off x="86173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clock</a:t>
            </a:r>
            <a:endParaRPr lang="en-US" sz="900" dirty="0"/>
          </a:p>
        </p:txBody>
      </p:sp>
      <p:pic>
        <p:nvPicPr>
          <p:cNvPr id="4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6716" y="1691640"/>
            <a:ext cx="566928" cy="566928"/>
          </a:xfrm>
          <a:prstGeom prst="rect">
            <a:avLst/>
          </a:prstGeom>
        </p:spPr>
      </p:pic>
      <p:pic>
        <p:nvPicPr>
          <p:cNvPr id="4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92436" y="2304288"/>
            <a:ext cx="256032" cy="256032"/>
          </a:xfrm>
          <a:prstGeom prst="rect">
            <a:avLst/>
          </a:prstGeom>
        </p:spPr>
      </p:pic>
      <p:pic>
        <p:nvPicPr>
          <p:cNvPr id="4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5900" y="2304288"/>
            <a:ext cx="256032" cy="256032"/>
          </a:xfrm>
          <a:prstGeom prst="rect">
            <a:avLst/>
          </a:prstGeom>
        </p:spPr>
      </p:pic>
      <p:sp>
        <p:nvSpPr>
          <p:cNvPr id="44" name="Text 12"/>
          <p:cNvSpPr txBox="1"/>
          <p:nvPr/>
        </p:nvSpPr>
        <p:spPr>
          <a:xfrm>
            <a:off x="962588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calendar</a:t>
            </a:r>
            <a:endParaRPr lang="en-US" sz="900" dirty="0"/>
          </a:p>
        </p:txBody>
      </p:sp>
      <p:pic>
        <p:nvPicPr>
          <p:cNvPr id="4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55300" y="1691640"/>
            <a:ext cx="566928" cy="566928"/>
          </a:xfrm>
          <a:prstGeom prst="rect">
            <a:avLst/>
          </a:prstGeom>
        </p:spPr>
      </p:pic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01020" y="2304288"/>
            <a:ext cx="256032" cy="256032"/>
          </a:xfrm>
          <a:prstGeom prst="rect">
            <a:avLst/>
          </a:prstGeom>
        </p:spPr>
      </p:pic>
      <p:pic>
        <p:nvPicPr>
          <p:cNvPr id="4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84484" y="2304288"/>
            <a:ext cx="256032" cy="256032"/>
          </a:xfrm>
          <a:prstGeom prst="rect">
            <a:avLst/>
          </a:prstGeom>
        </p:spPr>
      </p:pic>
      <p:sp>
        <p:nvSpPr>
          <p:cNvPr id="48" name="Text 13"/>
          <p:cNvSpPr txBox="1"/>
          <p:nvPr/>
        </p:nvSpPr>
        <p:spPr>
          <a:xfrm>
            <a:off x="1063447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star</a:t>
            </a:r>
            <a:endParaRPr lang="en-US" sz="900" dirty="0"/>
          </a:p>
        </p:txBody>
      </p:sp>
      <p:pic>
        <p:nvPicPr>
          <p:cNvPr id="4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468" y="3108960"/>
            <a:ext cx="566928" cy="566928"/>
          </a:xfrm>
          <a:prstGeom prst="rect">
            <a:avLst/>
          </a:prstGeom>
        </p:spPr>
      </p:pic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5188" y="3721608"/>
            <a:ext cx="256032" cy="256032"/>
          </a:xfrm>
          <a:prstGeom prst="rect">
            <a:avLst/>
          </a:prstGeom>
        </p:spPr>
      </p:pic>
      <p:pic>
        <p:nvPicPr>
          <p:cNvPr id="5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652" y="3721608"/>
            <a:ext cx="256032" cy="256032"/>
          </a:xfrm>
          <a:prstGeom prst="rect">
            <a:avLst/>
          </a:prstGeom>
        </p:spPr>
      </p:pic>
      <p:sp>
        <p:nvSpPr>
          <p:cNvPr id="52" name="Text 14"/>
          <p:cNvSpPr txBox="1"/>
          <p:nvPr/>
        </p:nvSpPr>
        <p:spPr>
          <a:xfrm>
            <a:off x="54864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trophy</a:t>
            </a:r>
            <a:endParaRPr lang="en-US" sz="900" dirty="0"/>
          </a:p>
        </p:txBody>
      </p:sp>
      <p:pic>
        <p:nvPicPr>
          <p:cNvPr id="5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8051" y="3108960"/>
            <a:ext cx="566928" cy="566928"/>
          </a:xfrm>
          <a:prstGeom prst="rect">
            <a:avLst/>
          </a:prstGeom>
        </p:spPr>
      </p:pic>
      <p:pic>
        <p:nvPicPr>
          <p:cNvPr id="5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23771" y="3721608"/>
            <a:ext cx="256032" cy="256032"/>
          </a:xfrm>
          <a:prstGeom prst="rect">
            <a:avLst/>
          </a:prstGeom>
        </p:spPr>
      </p:pic>
      <p:pic>
        <p:nvPicPr>
          <p:cNvPr id="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7235" y="3721608"/>
            <a:ext cx="256032" cy="256032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155722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home</a:t>
            </a:r>
            <a:endParaRPr lang="en-US" sz="900" dirty="0"/>
          </a:p>
        </p:txBody>
      </p:sp>
      <p:pic>
        <p:nvPicPr>
          <p:cNvPr id="5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86634" y="3108960"/>
            <a:ext cx="566928" cy="566928"/>
          </a:xfrm>
          <a:prstGeom prst="rect">
            <a:avLst/>
          </a:prstGeom>
        </p:spPr>
      </p:pic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832354" y="3721608"/>
            <a:ext cx="256032" cy="256032"/>
          </a:xfrm>
          <a:prstGeom prst="rect">
            <a:avLst/>
          </a:prstGeom>
        </p:spPr>
      </p:pic>
      <p:pic>
        <p:nvPicPr>
          <p:cNvPr id="5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15818" y="3721608"/>
            <a:ext cx="256032" cy="256032"/>
          </a:xfrm>
          <a:prstGeom prst="rect">
            <a:avLst/>
          </a:prstGeom>
        </p:spPr>
      </p:pic>
      <p:sp>
        <p:nvSpPr>
          <p:cNvPr id="60" name="Text 16"/>
          <p:cNvSpPr txBox="1"/>
          <p:nvPr/>
        </p:nvSpPr>
        <p:spPr>
          <a:xfrm>
            <a:off x="25658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route</a:t>
            </a:r>
            <a:endParaRPr lang="en-US" sz="900" dirty="0"/>
          </a:p>
        </p:txBody>
      </p:sp>
      <p:pic>
        <p:nvPicPr>
          <p:cNvPr id="6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5217" y="3108960"/>
            <a:ext cx="566928" cy="566928"/>
          </a:xfrm>
          <a:prstGeom prst="rect">
            <a:avLst/>
          </a:prstGeom>
        </p:spPr>
      </p:pic>
      <p:pic>
        <p:nvPicPr>
          <p:cNvPr id="6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40937" y="3721608"/>
            <a:ext cx="256032" cy="256032"/>
          </a:xfrm>
          <a:prstGeom prst="rect">
            <a:avLst/>
          </a:prstGeom>
        </p:spPr>
      </p:pic>
      <p:pic>
        <p:nvPicPr>
          <p:cNvPr id="6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24401" y="3721608"/>
            <a:ext cx="256032" cy="256032"/>
          </a:xfrm>
          <a:prstGeom prst="rect">
            <a:avLst/>
          </a:prstGeom>
        </p:spPr>
      </p:pic>
      <p:sp>
        <p:nvSpPr>
          <p:cNvPr id="64" name="Text 17"/>
          <p:cNvSpPr txBox="1"/>
          <p:nvPr/>
        </p:nvSpPr>
        <p:spPr>
          <a:xfrm>
            <a:off x="357439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</a:t>
            </a:r>
            <a:endParaRPr lang="en-US" sz="900" dirty="0"/>
          </a:p>
        </p:txBody>
      </p:sp>
      <p:pic>
        <p:nvPicPr>
          <p:cNvPr id="6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03800" y="3108960"/>
            <a:ext cx="566928" cy="566928"/>
          </a:xfrm>
          <a:prstGeom prst="rect">
            <a:avLst/>
          </a:prstGeom>
        </p:spPr>
      </p:pic>
      <p:pic>
        <p:nvPicPr>
          <p:cNvPr id="6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49520" y="3721608"/>
            <a:ext cx="256032" cy="256032"/>
          </a:xfrm>
          <a:prstGeom prst="rect">
            <a:avLst/>
          </a:prstGeom>
        </p:spPr>
      </p:pic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32984" y="3721608"/>
            <a:ext cx="256032" cy="256032"/>
          </a:xfrm>
          <a:prstGeom prst="rect">
            <a:avLst/>
          </a:prstGeom>
        </p:spPr>
      </p:pic>
      <p:sp>
        <p:nvSpPr>
          <p:cNvPr id="68" name="Text 18"/>
          <p:cNvSpPr txBox="1"/>
          <p:nvPr/>
        </p:nvSpPr>
        <p:spPr>
          <a:xfrm>
            <a:off x="458297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users</a:t>
            </a:r>
            <a:endParaRPr lang="en-US" sz="900" dirty="0"/>
          </a:p>
        </p:txBody>
      </p:sp>
      <p:pic>
        <p:nvPicPr>
          <p:cNvPr id="6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384" y="3108960"/>
            <a:ext cx="566928" cy="566928"/>
          </a:xfrm>
          <a:prstGeom prst="rect">
            <a:avLst/>
          </a:prstGeom>
        </p:spPr>
      </p:pic>
      <p:pic>
        <p:nvPicPr>
          <p:cNvPr id="7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8104" y="3721608"/>
            <a:ext cx="256032" cy="256032"/>
          </a:xfrm>
          <a:prstGeom prst="rect">
            <a:avLst/>
          </a:prstGeom>
        </p:spPr>
      </p:pic>
      <p:pic>
        <p:nvPicPr>
          <p:cNvPr id="7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41568" y="3721608"/>
            <a:ext cx="256032" cy="256032"/>
          </a:xfrm>
          <a:prstGeom prst="rect">
            <a:avLst/>
          </a:prstGeom>
        </p:spPr>
      </p:pic>
      <p:sp>
        <p:nvSpPr>
          <p:cNvPr id="72" name="Text 19"/>
          <p:cNvSpPr txBox="1"/>
          <p:nvPr/>
        </p:nvSpPr>
        <p:spPr>
          <a:xfrm>
            <a:off x="559155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alert</a:t>
            </a:r>
            <a:endParaRPr lang="en-US" sz="900" dirty="0"/>
          </a:p>
        </p:txBody>
      </p:sp>
      <p:pic>
        <p:nvPicPr>
          <p:cNvPr id="7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20967" y="3108960"/>
            <a:ext cx="566928" cy="566928"/>
          </a:xfrm>
          <a:prstGeom prst="rect">
            <a:avLst/>
          </a:prstGeom>
        </p:spPr>
      </p:pic>
      <p:pic>
        <p:nvPicPr>
          <p:cNvPr id="7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6687" y="3721608"/>
            <a:ext cx="256032" cy="256032"/>
          </a:xfrm>
          <a:prstGeom prst="rect">
            <a:avLst/>
          </a:prstGeom>
        </p:spPr>
      </p:pic>
      <p:pic>
        <p:nvPicPr>
          <p:cNvPr id="7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150151" y="3721608"/>
            <a:ext cx="256032" cy="256032"/>
          </a:xfrm>
          <a:prstGeom prst="rect">
            <a:avLst/>
          </a:prstGeom>
        </p:spPr>
      </p:pic>
      <p:sp>
        <p:nvSpPr>
          <p:cNvPr id="76" name="Text 20"/>
          <p:cNvSpPr txBox="1"/>
          <p:nvPr/>
        </p:nvSpPr>
        <p:spPr>
          <a:xfrm>
            <a:off x="660013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info</a:t>
            </a:r>
            <a:endParaRPr lang="en-US" sz="900" dirty="0"/>
          </a:p>
        </p:txBody>
      </p:sp>
      <p:pic>
        <p:nvPicPr>
          <p:cNvPr id="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29550" y="3108960"/>
            <a:ext cx="566928" cy="566928"/>
          </a:xfrm>
          <a:prstGeom prst="rect">
            <a:avLst/>
          </a:prstGeom>
        </p:spPr>
      </p:pic>
      <p:pic>
        <p:nvPicPr>
          <p:cNvPr id="7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75270" y="3721608"/>
            <a:ext cx="256032" cy="256032"/>
          </a:xfrm>
          <a:prstGeom prst="rect">
            <a:avLst/>
          </a:prstGeom>
        </p:spPr>
      </p:pic>
      <p:pic>
        <p:nvPicPr>
          <p:cNvPr id="7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58734" y="3721608"/>
            <a:ext cx="256032" cy="256032"/>
          </a:xfrm>
          <a:prstGeom prst="rect">
            <a:avLst/>
          </a:prstGeom>
        </p:spPr>
      </p:pic>
      <p:sp>
        <p:nvSpPr>
          <p:cNvPr id="80" name="Text 21"/>
          <p:cNvSpPr txBox="1"/>
          <p:nvPr/>
        </p:nvSpPr>
        <p:spPr>
          <a:xfrm>
            <a:off x="760872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wifi-off</a:t>
            </a:r>
            <a:endParaRPr lang="en-US" sz="900" dirty="0"/>
          </a:p>
        </p:txBody>
      </p:sp>
      <p:pic>
        <p:nvPicPr>
          <p:cNvPr id="81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8133" y="3108960"/>
            <a:ext cx="566928" cy="56692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83853" y="3721608"/>
            <a:ext cx="256032" cy="256032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67317" y="3721608"/>
            <a:ext cx="256032" cy="256032"/>
          </a:xfrm>
          <a:prstGeom prst="rect">
            <a:avLst/>
          </a:prstGeom>
        </p:spPr>
      </p:pic>
      <p:sp>
        <p:nvSpPr>
          <p:cNvPr id="84" name="Text 22"/>
          <p:cNvSpPr txBox="1"/>
          <p:nvPr/>
        </p:nvSpPr>
        <p:spPr>
          <a:xfrm>
            <a:off x="86173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close</a:t>
            </a:r>
            <a:endParaRPr lang="en-US" sz="900" dirty="0"/>
          </a:p>
        </p:txBody>
      </p:sp>
      <p:pic>
        <p:nvPicPr>
          <p:cNvPr id="8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46716" y="3108960"/>
            <a:ext cx="566928" cy="566928"/>
          </a:xfrm>
          <a:prstGeom prst="rect">
            <a:avLst/>
          </a:prstGeom>
        </p:spPr>
      </p:pic>
      <p:pic>
        <p:nvPicPr>
          <p:cNvPr id="8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92436" y="3721608"/>
            <a:ext cx="256032" cy="256032"/>
          </a:xfrm>
          <a:prstGeom prst="rect">
            <a:avLst/>
          </a:prstGeom>
        </p:spPr>
      </p:pic>
      <p:pic>
        <p:nvPicPr>
          <p:cNvPr id="87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175900" y="3721608"/>
            <a:ext cx="256032" cy="256032"/>
          </a:xfrm>
          <a:prstGeom prst="rect">
            <a:avLst/>
          </a:prstGeom>
        </p:spPr>
      </p:pic>
      <p:sp>
        <p:nvSpPr>
          <p:cNvPr id="88" name="Text 23"/>
          <p:cNvSpPr txBox="1"/>
          <p:nvPr/>
        </p:nvSpPr>
        <p:spPr>
          <a:xfrm>
            <a:off x="962588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bulb</a:t>
            </a:r>
            <a:endParaRPr lang="en-US" sz="900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55300" y="3108960"/>
            <a:ext cx="566928" cy="566928"/>
          </a:xfrm>
          <a:prstGeom prst="rect">
            <a:avLst/>
          </a:prstGeom>
        </p:spPr>
      </p:pic>
      <p:pic>
        <p:nvPicPr>
          <p:cNvPr id="90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901020" y="3721608"/>
            <a:ext cx="256032" cy="256032"/>
          </a:xfrm>
          <a:prstGeom prst="rect">
            <a:avLst/>
          </a:prstGeom>
        </p:spPr>
      </p:pic>
      <p:pic>
        <p:nvPicPr>
          <p:cNvPr id="91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184484" y="3721608"/>
            <a:ext cx="256032" cy="256032"/>
          </a:xfrm>
          <a:prstGeom prst="rect">
            <a:avLst/>
          </a:prstGeom>
        </p:spPr>
      </p:pic>
      <p:sp>
        <p:nvSpPr>
          <p:cNvPr id="92" name="Text 24"/>
          <p:cNvSpPr txBox="1"/>
          <p:nvPr/>
        </p:nvSpPr>
        <p:spPr>
          <a:xfrm>
            <a:off x="1063447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rocket</a:t>
            </a:r>
            <a:endParaRPr lang="en-US" sz="900" dirty="0"/>
          </a:p>
        </p:txBody>
      </p:sp>
      <p:pic>
        <p:nvPicPr>
          <p:cNvPr id="93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9468" y="4526280"/>
            <a:ext cx="566928" cy="566928"/>
          </a:xfrm>
          <a:prstGeom prst="rect">
            <a:avLst/>
          </a:prstGeom>
        </p:spPr>
      </p:pic>
      <p:pic>
        <p:nvPicPr>
          <p:cNvPr id="9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188" y="5138928"/>
            <a:ext cx="256032" cy="256032"/>
          </a:xfrm>
          <a:prstGeom prst="rect">
            <a:avLst/>
          </a:prstGeom>
        </p:spPr>
      </p:pic>
      <p:pic>
        <p:nvPicPr>
          <p:cNvPr id="95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98652" y="5138928"/>
            <a:ext cx="256032" cy="256032"/>
          </a:xfrm>
          <a:prstGeom prst="rect">
            <a:avLst/>
          </a:prstGeom>
        </p:spPr>
      </p:pic>
      <p:sp>
        <p:nvSpPr>
          <p:cNvPr id="96" name="Text 25"/>
          <p:cNvSpPr txBox="1"/>
          <p:nvPr/>
        </p:nvSpPr>
        <p:spPr>
          <a:xfrm>
            <a:off x="54864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tool</a:t>
            </a:r>
            <a:endParaRPr lang="en-US" sz="900" dirty="0"/>
          </a:p>
        </p:txBody>
      </p:sp>
      <p:pic>
        <p:nvPicPr>
          <p:cNvPr id="97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78051" y="4526280"/>
            <a:ext cx="566928" cy="566928"/>
          </a:xfrm>
          <a:prstGeom prst="rect">
            <a:avLst/>
          </a:prstGeom>
        </p:spPr>
      </p:pic>
      <p:pic>
        <p:nvPicPr>
          <p:cNvPr id="98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823771" y="5138928"/>
            <a:ext cx="256032" cy="256032"/>
          </a:xfrm>
          <a:prstGeom prst="rect">
            <a:avLst/>
          </a:prstGeom>
        </p:spPr>
      </p:pic>
      <p:pic>
        <p:nvPicPr>
          <p:cNvPr id="99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107235" y="5138928"/>
            <a:ext cx="256032" cy="256032"/>
          </a:xfrm>
          <a:prstGeom prst="rect">
            <a:avLst/>
          </a:prstGeom>
        </p:spPr>
      </p:pic>
      <p:sp>
        <p:nvSpPr>
          <p:cNvPr id="100" name="Text 26"/>
          <p:cNvSpPr txBox="1"/>
          <p:nvPr/>
        </p:nvSpPr>
        <p:spPr>
          <a:xfrm>
            <a:off x="155722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clipboard</a:t>
            </a:r>
            <a:endParaRPr lang="en-US" sz="900" dirty="0"/>
          </a:p>
        </p:txBody>
      </p:sp>
      <p:pic>
        <p:nvPicPr>
          <p:cNvPr id="101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86634" y="4526280"/>
            <a:ext cx="566928" cy="566928"/>
          </a:xfrm>
          <a:prstGeom prst="rect">
            <a:avLst/>
          </a:prstGeom>
        </p:spPr>
      </p:pic>
      <p:pic>
        <p:nvPicPr>
          <p:cNvPr id="10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832354" y="5138928"/>
            <a:ext cx="256032" cy="256032"/>
          </a:xfrm>
          <a:prstGeom prst="rect">
            <a:avLst/>
          </a:prstGeom>
        </p:spPr>
      </p:pic>
      <p:pic>
        <p:nvPicPr>
          <p:cNvPr id="10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115818" y="5138928"/>
            <a:ext cx="256032" cy="256032"/>
          </a:xfrm>
          <a:prstGeom prst="rect">
            <a:avLst/>
          </a:prstGeom>
        </p:spPr>
      </p:pic>
      <p:sp>
        <p:nvSpPr>
          <p:cNvPr id="104" name="Text 27"/>
          <p:cNvSpPr txBox="1"/>
          <p:nvPr/>
        </p:nvSpPr>
        <p:spPr>
          <a:xfrm>
            <a:off x="25658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chat</a:t>
            </a:r>
            <a:endParaRPr lang="en-US" sz="900" dirty="0"/>
          </a:p>
        </p:txBody>
      </p:sp>
      <p:pic>
        <p:nvPicPr>
          <p:cNvPr id="10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795217" y="4526280"/>
            <a:ext cx="566928" cy="566928"/>
          </a:xfrm>
          <a:prstGeom prst="rect">
            <a:avLst/>
          </a:prstGeom>
        </p:spPr>
      </p:pic>
      <p:pic>
        <p:nvPicPr>
          <p:cNvPr id="10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840937" y="5138928"/>
            <a:ext cx="256032" cy="256032"/>
          </a:xfrm>
          <a:prstGeom prst="rect">
            <a:avLst/>
          </a:prstGeom>
        </p:spPr>
      </p:pic>
      <p:pic>
        <p:nvPicPr>
          <p:cNvPr id="10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24401" y="5138928"/>
            <a:ext cx="256032" cy="256032"/>
          </a:xfrm>
          <a:prstGeom prst="rect">
            <a:avLst/>
          </a:prstGeom>
        </p:spPr>
      </p:pic>
      <p:sp>
        <p:nvSpPr>
          <p:cNvPr id="108" name="Text 28"/>
          <p:cNvSpPr txBox="1"/>
          <p:nvPr/>
        </p:nvSpPr>
        <p:spPr>
          <a:xfrm>
            <a:off x="357439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</a:t>
            </a:r>
            <a:endParaRPr lang="en-US" sz="900" dirty="0"/>
          </a:p>
        </p:txBody>
      </p:sp>
      <p:pic>
        <p:nvPicPr>
          <p:cNvPr id="10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03800" y="4526280"/>
            <a:ext cx="566928" cy="566928"/>
          </a:xfrm>
          <a:prstGeom prst="rect">
            <a:avLst/>
          </a:prstGeom>
        </p:spPr>
      </p:pic>
      <p:pic>
        <p:nvPicPr>
          <p:cNvPr id="11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49520" y="5138928"/>
            <a:ext cx="256032" cy="256032"/>
          </a:xfrm>
          <a:prstGeom prst="rect">
            <a:avLst/>
          </a:prstGeom>
        </p:spPr>
      </p:pic>
      <p:pic>
        <p:nvPicPr>
          <p:cNvPr id="11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132984" y="5138928"/>
            <a:ext cx="256032" cy="256032"/>
          </a:xfrm>
          <a:prstGeom prst="rect">
            <a:avLst/>
          </a:prstGeom>
        </p:spPr>
      </p:pic>
      <p:sp>
        <p:nvSpPr>
          <p:cNvPr id="112" name="Text 29"/>
          <p:cNvSpPr txBox="1"/>
          <p:nvPr/>
        </p:nvSpPr>
        <p:spPr>
          <a:xfrm>
            <a:off x="458297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refresh</a:t>
            </a:r>
            <a:endParaRPr lang="en-US" sz="900" dirty="0"/>
          </a:p>
        </p:txBody>
      </p:sp>
      <p:pic>
        <p:nvPicPr>
          <p:cNvPr id="11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812384" y="4526280"/>
            <a:ext cx="566928" cy="566928"/>
          </a:xfrm>
          <a:prstGeom prst="rect">
            <a:avLst/>
          </a:prstGeom>
        </p:spPr>
      </p:pic>
      <p:pic>
        <p:nvPicPr>
          <p:cNvPr id="11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858104" y="5138928"/>
            <a:ext cx="256032" cy="256032"/>
          </a:xfrm>
          <a:prstGeom prst="rect">
            <a:avLst/>
          </a:prstGeom>
        </p:spPr>
      </p:pic>
      <p:pic>
        <p:nvPicPr>
          <p:cNvPr id="11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41568" y="5138928"/>
            <a:ext cx="256032" cy="256032"/>
          </a:xfrm>
          <a:prstGeom prst="rect">
            <a:avLst/>
          </a:prstGeom>
        </p:spPr>
      </p:pic>
      <p:sp>
        <p:nvSpPr>
          <p:cNvPr id="116" name="Text 30"/>
          <p:cNvSpPr txBox="1"/>
          <p:nvPr/>
        </p:nvSpPr>
        <p:spPr>
          <a:xfrm>
            <a:off x="559155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id-card</a:t>
            </a:r>
            <a:endParaRPr lang="en-US" sz="900" dirty="0"/>
          </a:p>
        </p:txBody>
      </p:sp>
      <p:pic>
        <p:nvPicPr>
          <p:cNvPr id="11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820967" y="4526280"/>
            <a:ext cx="566928" cy="566928"/>
          </a:xfrm>
          <a:prstGeom prst="rect">
            <a:avLst/>
          </a:prstGeom>
        </p:spPr>
      </p:pic>
      <p:pic>
        <p:nvPicPr>
          <p:cNvPr id="11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866687" y="5138928"/>
            <a:ext cx="256032" cy="256032"/>
          </a:xfrm>
          <a:prstGeom prst="rect">
            <a:avLst/>
          </a:prstGeom>
        </p:spPr>
      </p:pic>
      <p:pic>
        <p:nvPicPr>
          <p:cNvPr id="11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50151" y="5138928"/>
            <a:ext cx="256032" cy="256032"/>
          </a:xfrm>
          <a:prstGeom prst="rect">
            <a:avLst/>
          </a:prstGeom>
        </p:spPr>
      </p:pic>
      <p:sp>
        <p:nvSpPr>
          <p:cNvPr id="120" name="Text 31"/>
          <p:cNvSpPr txBox="1"/>
          <p:nvPr/>
        </p:nvSpPr>
        <p:spPr>
          <a:xfrm>
            <a:off x="660013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circle-empty</a:t>
            </a:r>
            <a:endParaRPr lang="en-US" sz="900" dirty="0"/>
          </a:p>
        </p:txBody>
      </p:sp>
      <p:pic>
        <p:nvPicPr>
          <p:cNvPr id="12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9550" y="4526280"/>
            <a:ext cx="566928" cy="566928"/>
          </a:xfrm>
          <a:prstGeom prst="rect">
            <a:avLst/>
          </a:prstGeom>
        </p:spPr>
      </p:pic>
      <p:pic>
        <p:nvPicPr>
          <p:cNvPr id="12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875270" y="5138928"/>
            <a:ext cx="256032" cy="256032"/>
          </a:xfrm>
          <a:prstGeom prst="rect">
            <a:avLst/>
          </a:prstGeom>
        </p:spPr>
      </p:pic>
      <p:pic>
        <p:nvPicPr>
          <p:cNvPr id="12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158734" y="5138928"/>
            <a:ext cx="256032" cy="256032"/>
          </a:xfrm>
          <a:prstGeom prst="rect">
            <a:avLst/>
          </a:prstGeom>
        </p:spPr>
      </p:pic>
      <p:sp>
        <p:nvSpPr>
          <p:cNvPr id="124" name="Text 32"/>
          <p:cNvSpPr txBox="1"/>
          <p:nvPr/>
        </p:nvSpPr>
        <p:spPr>
          <a:xfrm>
            <a:off x="760872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circle-half</a:t>
            </a:r>
            <a:endParaRPr lang="en-US" sz="900" dirty="0"/>
          </a:p>
        </p:txBody>
      </p:sp>
      <p:pic>
        <p:nvPicPr>
          <p:cNvPr id="125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38133" y="4526280"/>
            <a:ext cx="566928" cy="566928"/>
          </a:xfrm>
          <a:prstGeom prst="rect">
            <a:avLst/>
          </a:prstGeom>
        </p:spPr>
      </p:pic>
      <p:pic>
        <p:nvPicPr>
          <p:cNvPr id="126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883853" y="5138928"/>
            <a:ext cx="256032" cy="256032"/>
          </a:xfrm>
          <a:prstGeom prst="rect">
            <a:avLst/>
          </a:prstGeom>
        </p:spPr>
      </p:pic>
      <p:pic>
        <p:nvPicPr>
          <p:cNvPr id="127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67317" y="5138928"/>
            <a:ext cx="256032" cy="256032"/>
          </a:xfrm>
          <a:prstGeom prst="rect">
            <a:avLst/>
          </a:prstGeom>
        </p:spPr>
      </p:pic>
      <p:sp>
        <p:nvSpPr>
          <p:cNvPr id="128" name="Text 33"/>
          <p:cNvSpPr txBox="1"/>
          <p:nvPr/>
        </p:nvSpPr>
        <p:spPr>
          <a:xfrm>
            <a:off x="86173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circle-check</a:t>
            </a:r>
            <a:endParaRPr lang="en-US" sz="900" dirty="0"/>
          </a:p>
        </p:txBody>
      </p:sp>
      <p:pic>
        <p:nvPicPr>
          <p:cNvPr id="129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846716" y="4526280"/>
            <a:ext cx="566928" cy="566928"/>
          </a:xfrm>
          <a:prstGeom prst="rect">
            <a:avLst/>
          </a:prstGeom>
        </p:spPr>
      </p:pic>
      <p:pic>
        <p:nvPicPr>
          <p:cNvPr id="13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892436" y="5138928"/>
            <a:ext cx="256032" cy="256032"/>
          </a:xfrm>
          <a:prstGeom prst="rect">
            <a:avLst/>
          </a:prstGeom>
        </p:spPr>
      </p:pic>
      <p:pic>
        <p:nvPicPr>
          <p:cNvPr id="13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175900" y="5138928"/>
            <a:ext cx="256032" cy="256032"/>
          </a:xfrm>
          <a:prstGeom prst="rect">
            <a:avLst/>
          </a:prstGeom>
        </p:spPr>
      </p:pic>
      <p:sp>
        <p:nvSpPr>
          <p:cNvPr id="132" name="Text 34"/>
          <p:cNvSpPr txBox="1"/>
          <p:nvPr/>
        </p:nvSpPr>
        <p:spPr>
          <a:xfrm>
            <a:off x="962588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menu</a:t>
            </a:r>
            <a:endParaRPr lang="en-US" sz="900" dirty="0"/>
          </a:p>
        </p:txBody>
      </p:sp>
      <p:pic>
        <p:nvPicPr>
          <p:cNvPr id="133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55300" y="4526280"/>
            <a:ext cx="566928" cy="566928"/>
          </a:xfrm>
          <a:prstGeom prst="rect">
            <a:avLst/>
          </a:prstGeom>
        </p:spPr>
      </p:pic>
      <p:pic>
        <p:nvPicPr>
          <p:cNvPr id="134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901020" y="5138928"/>
            <a:ext cx="256032" cy="256032"/>
          </a:xfrm>
          <a:prstGeom prst="rect">
            <a:avLst/>
          </a:prstGeom>
        </p:spPr>
      </p:pic>
      <p:pic>
        <p:nvPicPr>
          <p:cNvPr id="13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1184484" y="5138928"/>
            <a:ext cx="256032" cy="256032"/>
          </a:xfrm>
          <a:prstGeom prst="rect">
            <a:avLst/>
          </a:prstGeom>
        </p:spPr>
      </p:pic>
      <p:sp>
        <p:nvSpPr>
          <p:cNvPr id="136" name="Text 35"/>
          <p:cNvSpPr txBox="1"/>
          <p:nvPr/>
        </p:nvSpPr>
        <p:spPr>
          <a:xfrm>
            <a:off x="1063447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medal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Pivot · Super Humanos">
  <a:themeElements>
    <a:clrScheme name="Campus Pivot · Super Humanos">
      <a:dk1>
        <a:srgbClr val="0D0D0C"/>
      </a:dk1>
      <a:lt1>
        <a:srgbClr val="FFFFFF"/>
      </a:lt1>
      <a:dk2>
        <a:srgbClr val="3D3D38"/>
      </a:dk2>
      <a:lt2>
        <a:srgbClr val="F7F7F5"/>
      </a:lt2>
      <a:accent1>
        <a:srgbClr val="FCC800"/>
      </a:accent1>
      <a:accent2>
        <a:srgbClr val="8A6B00"/>
      </a:accent2>
      <a:accent3>
        <a:srgbClr val="56564F"/>
      </a:accent3>
      <a:accent4>
        <a:srgbClr val="15702F"/>
      </a:accent4>
      <a:accent5>
        <a:srgbClr val="1D5FBF"/>
      </a:accent5>
      <a:accent6>
        <a:srgbClr val="B54708"/>
      </a:accent6>
      <a:hlink>
        <a:srgbClr val="0D0D0C"/>
      </a:hlink>
      <a:folHlink>
        <a:srgbClr val="56564F"/>
      </a:folHlink>
    </a:clrScheme>
    <a:fontScheme name="Campus Pivot · Super Humanos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Pivot 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base Super Humanos · estilos de diapositiva</dc:title>
  <dc:subject>PptxGenJS Presentation</dc:subject>
  <dc:creator>Pivot Power</dc:creator>
  <cp:lastModifiedBy>Pivot Power</cp:lastModifiedBy>
  <cp:revision>1</cp:revision>
  <dcterms:created xsi:type="dcterms:W3CDTF">2026-10-03T21:18:11Z</dcterms:created>
  <dcterms:modified xsi:type="dcterms:W3CDTF">2026-10-03T21:18:11Z</dcterms:modified>
</cp:coreProperties>
</file>