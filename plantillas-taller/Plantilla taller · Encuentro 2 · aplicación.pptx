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cuentro 2" id="{65b47b1c-991d-0084-0060-4ab99a5999f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[Caso 1]</c:v>
                  </c:pt>
                  <c:pt idx="1">
                    <c:v>[Caso 2]</c:v>
                  </c:pt>
                  <c:pt idx="2">
                    <c:v>[Caso 3]</c:v>
                  </c:pt>
                  <c:pt idx="3">
                    <c:v>[Caso 4]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60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FCC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[Caso 1]</c:v>
                  </c:pt>
                  <c:pt idx="1">
                    <c:v>[Caso 2]</c:v>
                  </c:pt>
                  <c:pt idx="2">
                    <c:v>[Caso 3]</c:v>
                  </c:pt>
                  <c:pt idx="3">
                    <c:v>[Caso 4]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12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0D0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0D0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EDE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0D0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encuentro 2. Cambia los marcadores. El recorrido de abajo marca en amarillo el taller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del encuentro 2. Los minutos son la distribución por defecto. Los puntos salen del manual de puntajes.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del reto. Dos cifras de participación y dos ejemplos de personas reales, con su permiso. Si hay capturas, reemplazan el texto de la tarjeta.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Aplicación. Cuatro pasos y el prompt de apoyo. El tiempo es el que ve la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de caso. Duplica esta diapositiva por cada caso: tres o cuatro por encuentro. Las cifras de antes y después salen del formato «Mi proceso» de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y después. Gráfico nativo de PowerPoint: se edita con clic derecho &gt; Editar datos. Serie «Antes» en gris, «Después» en amarillo.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Evaluación corta. Las reglas vienen del plan: diez preguntas, 70 % para aprobar, reintento permitido. La fecha límite es una semana después del encuentro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Encuesta de una pregunta. Se responde al cierre del taller. La escala es solo visual: la respuesta va por el chat o por la encuesta de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del mes. Las cifras salen del manual de puntajes. Si el manual cambia, cambia aquí y en la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Siguiente taller. Nombre, concepto y las tres fechas del próximo mes, del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correo del programa y el recorrido. Pinta de amarillo los talleres completados.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diapositiva de la plantilla. Se borra antes de presentar. Nombre del archivo: SH_[PERFIL]_T[N]_E2_[AAAAMMDD]. El pie de página se edita una sola vez por archivo en Vista &gt; Patrón de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y tres íconos del sistema Campus Pivot en tres variantes: círculo negro con trazo amarillo, trazo negro suelto y círculo amarillo con trazo negro. Son imágenes PNG de 512 px. El sprite SVG original vive en el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pn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pn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png"/><Relationship Id="rId37" Type="http://schemas.openxmlformats.org/officeDocument/2006/relationships/image" Target="../media/image-13-37.png"/><Relationship Id="rId38" Type="http://schemas.openxmlformats.org/officeDocument/2006/relationships/image" Target="../media/image-13-38.png"/><Relationship Id="rId39" Type="http://schemas.openxmlformats.org/officeDocument/2006/relationships/image" Target="../media/image-13-39.png"/><Relationship Id="rId40" Type="http://schemas.openxmlformats.org/officeDocument/2006/relationships/image" Target="../media/image-13-40.png"/><Relationship Id="rId41" Type="http://schemas.openxmlformats.org/officeDocument/2006/relationships/image" Target="../media/image-13-41.png"/><Relationship Id="rId42" Type="http://schemas.openxmlformats.org/officeDocument/2006/relationships/image" Target="../media/image-13-42.png"/><Relationship Id="rId43" Type="http://schemas.openxmlformats.org/officeDocument/2006/relationships/image" Target="../media/image-13-43.png"/><Relationship Id="rId44" Type="http://schemas.openxmlformats.org/officeDocument/2006/relationships/image" Target="../media/image-13-44.png"/><Relationship Id="rId45" Type="http://schemas.openxmlformats.org/officeDocument/2006/relationships/image" Target="../media/image-13-45.png"/><Relationship Id="rId46" Type="http://schemas.openxmlformats.org/officeDocument/2006/relationships/image" Target="../media/image-13-46.png"/><Relationship Id="rId47" Type="http://schemas.openxmlformats.org/officeDocument/2006/relationships/image" Target="../media/image-13-47.png"/><Relationship Id="rId48" Type="http://schemas.openxmlformats.org/officeDocument/2006/relationships/image" Target="../media/image-13-48.png"/><Relationship Id="rId49" Type="http://schemas.openxmlformats.org/officeDocument/2006/relationships/image" Target="../media/image-13-49.png"/><Relationship Id="rId50" Type="http://schemas.openxmlformats.org/officeDocument/2006/relationships/image" Target="../media/image-13-50.png"/><Relationship Id="rId51" Type="http://schemas.openxmlformats.org/officeDocument/2006/relationships/image" Target="../media/image-13-51.png"/><Relationship Id="rId52" Type="http://schemas.openxmlformats.org/officeDocument/2006/relationships/image" Target="../media/image-13-52.png"/><Relationship Id="rId53" Type="http://schemas.openxmlformats.org/officeDocument/2006/relationships/image" Target="../media/image-13-53.png"/><Relationship Id="rId54" Type="http://schemas.openxmlformats.org/officeDocument/2006/relationships/image" Target="../media/image-13-54.png"/><Relationship Id="rId55" Type="http://schemas.openxmlformats.org/officeDocument/2006/relationships/image" Target="../media/image-13-55.png"/><Relationship Id="rId56" Type="http://schemas.openxmlformats.org/officeDocument/2006/relationships/image" Target="../media/image-13-56.png"/><Relationship Id="rId57" Type="http://schemas.openxmlformats.org/officeDocument/2006/relationships/image" Target="../media/image-13-57.png"/><Relationship Id="rId58" Type="http://schemas.openxmlformats.org/officeDocument/2006/relationships/image" Target="../media/image-13-58.png"/><Relationship Id="rId59" Type="http://schemas.openxmlformats.org/officeDocument/2006/relationships/image" Target="../media/image-13-59.png"/><Relationship Id="rId60" Type="http://schemas.openxmlformats.org/officeDocument/2006/relationships/image" Target="../media/image-13-60.png"/><Relationship Id="rId61" Type="http://schemas.openxmlformats.org/officeDocument/2006/relationships/image" Target="../media/image-13-61.png"/><Relationship Id="rId62" Type="http://schemas.openxmlformats.org/officeDocument/2006/relationships/image" Target="../media/image-13-62.png"/><Relationship Id="rId63" Type="http://schemas.openxmlformats.org/officeDocument/2006/relationships/image" Target="../media/image-13-63.png"/><Relationship Id="rId64" Type="http://schemas.openxmlformats.org/officeDocument/2006/relationships/image" Target="../media/image-13-64.png"/><Relationship Id="rId65" Type="http://schemas.openxmlformats.org/officeDocument/2006/relationships/image" Target="../media/image-13-65.png"/><Relationship Id="rId66" Type="http://schemas.openxmlformats.org/officeDocument/2006/relationships/image" Target="../media/image-13-66.png"/><Relationship Id="rId67" Type="http://schemas.openxmlformats.org/officeDocument/2006/relationships/image" Target="../media/image-13-67.png"/><Relationship Id="rId68" Type="http://schemas.openxmlformats.org/officeDocument/2006/relationships/image" Target="../media/image-13-68.png"/><Relationship Id="rId69" Type="http://schemas.openxmlformats.org/officeDocument/2006/relationships/image" Target="../media/image-13-69.png"/><Relationship Id="rId70" Type="http://schemas.openxmlformats.org/officeDocument/2006/relationships/image" Target="../media/image-13-70.png"/><Relationship Id="rId71" Type="http://schemas.openxmlformats.org/officeDocument/2006/relationships/image" Target="../media/image-13-71.png"/><Relationship Id="rId72" Type="http://schemas.openxmlformats.org/officeDocument/2006/relationships/image" Target="../media/image-13-72.png"/><Relationship Id="rId73" Type="http://schemas.openxmlformats.org/officeDocument/2006/relationships/image" Target="../media/image-13-73.png"/><Relationship Id="rId74" Type="http://schemas.openxmlformats.org/officeDocument/2006/relationships/image" Target="../media/image-13-74.png"/><Relationship Id="rId75" Type="http://schemas.openxmlformats.org/officeDocument/2006/relationships/image" Target="../media/image-13-75.png"/><Relationship Id="rId76" Type="http://schemas.openxmlformats.org/officeDocument/2006/relationships/image" Target="../media/image-13-76.png"/><Relationship Id="rId77" Type="http://schemas.openxmlformats.org/officeDocument/2006/relationships/image" Target="../media/image-13-77.png"/><Relationship Id="rId78" Type="http://schemas.openxmlformats.org/officeDocument/2006/relationships/image" Target="../media/image-13-78.png"/><Relationship Id="rId79" Type="http://schemas.openxmlformats.org/officeDocument/2006/relationships/image" Target="../media/image-13-79.png"/><Relationship Id="rId80" Type="http://schemas.openxmlformats.org/officeDocument/2006/relationships/image" Target="../media/image-13-80.png"/><Relationship Id="rId81" Type="http://schemas.openxmlformats.org/officeDocument/2006/relationships/image" Target="../media/image-13-81.png"/><Relationship Id="rId82" Type="http://schemas.openxmlformats.org/officeDocument/2006/relationships/image" Target="../media/image-13-82.png"/><Relationship Id="rId83" Type="http://schemas.openxmlformats.org/officeDocument/2006/relationships/image" Target="../media/image-13-83.png"/><Relationship Id="rId84" Type="http://schemas.openxmlformats.org/officeDocument/2006/relationships/image" Target="../media/image-13-84.png"/><Relationship Id="rId85" Type="http://schemas.openxmlformats.org/officeDocument/2006/relationships/image" Target="../media/image-13-85.png"/><Relationship Id="rId86" Type="http://schemas.openxmlformats.org/officeDocument/2006/relationships/image" Target="../media/image-13-86.png"/><Relationship Id="rId87" Type="http://schemas.openxmlformats.org/officeDocument/2006/relationships/image" Target="../media/image-13-87.png"/><Relationship Id="rId88" Type="http://schemas.openxmlformats.org/officeDocument/2006/relationships/image" Target="../media/image-13-88.png"/><Relationship Id="rId89" Type="http://schemas.openxmlformats.org/officeDocument/2006/relationships/image" Target="../media/image-13-89.png"/><Relationship Id="rId90" Type="http://schemas.openxmlformats.org/officeDocument/2006/relationships/image" Target="../media/image-13-90.png"/><Relationship Id="rId91" Type="http://schemas.openxmlformats.org/officeDocument/2006/relationships/image" Target="../media/image-13-91.png"/><Relationship Id="rId92" Type="http://schemas.openxmlformats.org/officeDocument/2006/relationships/image" Target="../media/image-13-92.png"/><Relationship Id="rId93" Type="http://schemas.openxmlformats.org/officeDocument/2006/relationships/image" Target="../media/image-13-93.png"/><Relationship Id="rId94" Type="http://schemas.openxmlformats.org/officeDocument/2006/relationships/image" Target="../media/image-13-94.png"/><Relationship Id="rId95" Type="http://schemas.openxmlformats.org/officeDocument/2006/relationships/image" Target="../media/image-13-95.png"/><Relationship Id="rId96" Type="http://schemas.openxmlformats.org/officeDocument/2006/relationships/image" Target="../media/image-13-96.png"/><Relationship Id="rId97" Type="http://schemas.openxmlformats.org/officeDocument/2006/relationships/image" Target="../media/image-13-97.png"/><Relationship Id="rId98" Type="http://schemas.openxmlformats.org/officeDocument/2006/relationships/image" Target="../media/image-13-98.png"/><Relationship Id="rId99" Type="http://schemas.openxmlformats.org/officeDocument/2006/relationships/image" Target="../media/image-13-99.png"/><Relationship Id="rId100" Type="http://schemas.openxmlformats.org/officeDocument/2006/relationships/slideLayout" Target="../slideLayouts/slideLayout4.xml"/><Relationship Id="rId10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28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[PERFIL] · TALLER [N] DE 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DEL TALLER]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66928" y="4535424"/>
            <a:ext cx="201168" cy="30175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4754880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5286" y="4434840"/>
            <a:ext cx="4066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ENCUENTRO 2 · APLICACIÓN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90 minutos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[FECHA]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[HORA]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Teams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Docente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[DOCENTE]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5669280"/>
            <a:ext cx="632460" cy="38404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924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6844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5444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4168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276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1492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80092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8816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67416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026140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54740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61081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Recorrido · marca en amarillo el taller actual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AGENDA DE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90 MINUTOS · CINCO MOMENTOS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74992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0–10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Repaso del reto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salió, dos ejemplos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8496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7096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10–40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78496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Aplicación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Cada persona con su «Mi proceso»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08352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6952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40–70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08352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Casos compartidos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Tres o cuatro, con retroalimentación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38208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66808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70–80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38208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Evaluación corta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Diez preguntas en la plataforma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68063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6663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80–90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8063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Cierre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y siguiente taller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801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NECESITAS TENER A MANO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Tu formato «Mi proceso» con la tarea y la medición, y la herramienta abierta.</a:t>
            </a:r>
            <a:endParaRPr lang="en-US" sz="1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3192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 QUÉ SALES HOY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2237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tarea tuya medida y una mejora propuesta. Eso es lo que cuenta el programa.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801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PUNTOS DE HOY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2801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Asistencia: [PUNTOS ASISTENCIA]. «Mi proceso» entregado: [PUNTOS MI PROCESO]. Evaluación aprobada: [PUNTOS EVALUACIÓN].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920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2237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GRABACIÓN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2237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Queda en la plataforma al día siguiente.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SALIÓ DEL RETO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380744"/>
            <a:ext cx="201168" cy="25603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7772400" cy="45720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" y="1280160"/>
            <a:ext cx="7109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RETO [NÚMERO DEL RETO] · [TEXTO DEL RETO EN UNA FRASE]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[00]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personas lo entregaron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[00 %]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del grupo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2011680"/>
            <a:ext cx="2804008" cy="3566160"/>
          </a:xfrm>
          <a:prstGeom prst="roundRect">
            <a:avLst>
              <a:gd name="adj" fmla="val 3587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2860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675120" y="2286000"/>
            <a:ext cx="1615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· ÁREA]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971800"/>
            <a:ext cx="2255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hizo y qué le devolvió la herramienta. Dos o tres líneas. Si hay captura, va aquí en lugar del texto.]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839048" y="2011680"/>
            <a:ext cx="2804008" cy="3566160"/>
          </a:xfrm>
          <a:prstGeom prst="roundRect">
            <a:avLst>
              <a:gd name="adj" fmla="val 3587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368" y="22860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753448" y="2286000"/>
            <a:ext cx="1615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· ÁREA]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9113368" y="2971800"/>
            <a:ext cx="2255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hizo y qué le devolvió la herramienta. Dos o tres líneas. Si hay captura, va aquí en lugar del texto.]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[Una línea sobre lo que más se repitió en las evidencias.]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APLICACIÓN A TU TAREA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10 AL 40 · TRABAJO INDIVIDUAL CON «MI PROCESO»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Abre tu formato «Mi proceso» en el campo 3, la mejora.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Prueba la mejora con la herramienta usando el prompt de apoyo.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Anota el nuevo tiempo o el nuevo resultado.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Deja listo tu caso para compartirlo en tres líneas.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4480560" cy="4160520"/>
          </a:xfrm>
          <a:prstGeom prst="roundRect">
            <a:avLst>
              <a:gd name="adj" fmla="val 2418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892808"/>
            <a:ext cx="2080260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28032" y="1892808"/>
            <a:ext cx="1851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 DE APOYO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313432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DE APOYO. Parte del prompt de la demostración, adaptado para que cada persona pegue su tarea.]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35440" y="1691640"/>
            <a:ext cx="2404872" cy="4160520"/>
          </a:xfrm>
          <a:prstGeom prst="roundRect">
            <a:avLst>
              <a:gd name="adj" fmla="val 4183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235440" y="301752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[30]</a:t>
            </a:r>
            <a:endParaRPr lang="en-US" sz="72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4023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464040" y="4526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docente pasa por el chat y por los micrófonos abiertos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CASO COMPARTIDO [1 DE 4]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40 AL 70 · CADA CASO EN CINCO MINUTOS, CON RETROALIMENTACIÓN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4160520"/>
          </a:xfrm>
          <a:prstGeom prst="roundRect">
            <a:avLst>
              <a:gd name="adj" fmla="val 2558"/>
            </a:avLst>
          </a:prstGeom>
          <a:solidFill>
            <a:srgbClr val="F7F7F5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[NOMBRE]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[Área · empresa]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8712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TAREA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tarea, cada cuánto, para quién.]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10565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MEJORA PROPUESTA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343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parte apoya la IA y cómo.]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1691640"/>
            <a:ext cx="3200400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0" y="19568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48656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 min]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por vez · [veces] por semana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886200"/>
            <a:ext cx="3200400" cy="1965960"/>
          </a:xfrm>
          <a:prstGeom prst="roundRect">
            <a:avLst>
              <a:gd name="adj" fmla="val 5116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0" y="41513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48656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DESPUÉS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 min]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por vez · [veces] por semana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47888" y="179222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03920" y="1691640"/>
            <a:ext cx="3139135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801100" y="1691640"/>
            <a:ext cx="2476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RETROALIMENTACIÓN</a:t>
            </a:r>
            <a:endParaRPr lang="en-US" sz="18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37744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869680" y="2359152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ESTÁ BIEN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8869680" y="2670048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[Una línea]</a:t>
            </a:r>
            <a:endParaRPr lang="en-US" sz="14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2900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869680" y="3410712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HAY QUE REVISAR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8869680" y="3721608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[Una línea: qué validar antes de usar la salida]</a:t>
            </a:r>
            <a:endParaRPr lang="en-US" sz="14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48056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869680" y="4462272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8869680" y="4773168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[Una línea]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ANTES Y DESPUÉS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MIDIÓ EL GRUPO · MINUTOS POR TAREA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691640"/>
            <a:ext cx="3502152" cy="4160520"/>
          </a:xfrm>
          <a:prstGeom prst="roundRect">
            <a:avLst>
              <a:gd name="adj" fmla="val 2872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[00 %]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menos tiempo, en promedio, en los casos compartidos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206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Cambia los datos del gráfico con clic derecho &gt; Editar datos. Los nombres de los casos van en la primera columna.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EVALUACIÓN CORTA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70 AL 80 · EN LA PLATAFORMA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preguntas de opción múltiple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70 %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para aprobar: siete de diez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al aprobar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0160" y="37307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DÓNDE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041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[Sección de la plataforma donde está la evaluación del taller [N].]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490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23760" y="37307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HASTA CUÁNDO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40416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Abre hoy y cierra el [FECHA LÍMITE EVALUACIÓN]. Si no apruebas, repasas la grabación y lo intentas de nuevo.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4828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EVALÚA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51389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 que se vio en los dos encuentros: el concepto, cuándo aplicarlo y qué verificar antes de usar la salida.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SOLA PREGUNTA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¿Qué tanto le recomendarías este taller a un compañero de tu área?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65536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65536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82432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2432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99328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9328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616224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6224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633120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33120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650016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0016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666911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66911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8683807" y="3017520"/>
            <a:ext cx="925456" cy="822960"/>
          </a:xfrm>
          <a:prstGeom prst="rect">
            <a:avLst/>
          </a:prstGeom>
          <a:solidFill>
            <a:srgbClr val="262623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3807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700703" y="3017520"/>
            <a:ext cx="925456" cy="82296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00703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0717599" y="3017520"/>
            <a:ext cx="925456" cy="82296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17599" y="3017520"/>
            <a:ext cx="92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Nada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Totalmente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0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280160" y="45537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RESPONDE EN EL CHAT O EN LA ENCUESTA DE TEAMS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8646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 número del 0 al 10. Toma diez segundos. La meta del programa es 8 o más.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SUMÓ ESTE TALLER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DEL MANUAL DE PUNTAJES Y RECONOCIMIENTO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ENCUENTRO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6035040" cy="0"/>
          </a:xfrm>
          <a:prstGeom prst="line">
            <a:avLst/>
          </a:prstGeom>
          <a:noFill/>
          <a:ln w="9525">
            <a:solidFill>
              <a:srgbClr val="DEDED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77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ENCUENTRO 2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3227832"/>
            <a:ext cx="6035040" cy="0"/>
          </a:xfrm>
          <a:prstGeom prst="line">
            <a:avLst/>
          </a:prstGeom>
          <a:noFill/>
          <a:ln w="9525">
            <a:solidFill>
              <a:srgbClr val="DEDED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6499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RETOS DE LA SEMANA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 × 4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548640" y="4005072"/>
            <a:ext cx="6035040" cy="0"/>
          </a:xfrm>
          <a:prstGeom prst="line">
            <a:avLst/>
          </a:prstGeom>
          <a:noFill/>
          <a:ln w="9525">
            <a:solidFill>
              <a:srgbClr val="DEDED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4223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«MI PROCESO» ENTREGADO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93776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548640" y="4782312"/>
            <a:ext cx="6035040" cy="0"/>
          </a:xfrm>
          <a:prstGeom prst="line">
            <a:avLst/>
          </a:prstGeom>
          <a:noFill/>
          <a:ln w="9525">
            <a:solidFill>
              <a:srgbClr val="DEDED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19472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EVALUACIÓN APROBADA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4937760" y="4846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[PUNTOS]</a:t>
            </a:r>
            <a:endParaRPr lang="en-US" sz="2400" dirty="0"/>
          </a:p>
        </p:txBody>
      </p:sp>
      <p:sp>
        <p:nvSpPr>
          <p:cNvPr id="24" name="Shape 17"/>
          <p:cNvSpPr/>
          <p:nvPr/>
        </p:nvSpPr>
        <p:spPr>
          <a:xfrm>
            <a:off x="7315200" y="1737360"/>
            <a:ext cx="4325112" cy="3840480"/>
          </a:xfrm>
          <a:prstGeom prst="roundRect">
            <a:avLst>
              <a:gd name="adj" fmla="val 2619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057400"/>
            <a:ext cx="731520" cy="7315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63524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[000]</a:t>
            </a:r>
            <a:endParaRPr lang="en-US" sz="6000" dirty="0"/>
          </a:p>
        </p:txBody>
      </p:sp>
      <p:sp>
        <p:nvSpPr>
          <p:cNvPr id="27" name="Text 19"/>
          <p:cNvSpPr txBox="1"/>
          <p:nvPr/>
        </p:nvSpPr>
        <p:spPr>
          <a:xfrm>
            <a:off x="7635240" y="3767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posibles en el taller [N]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7635240" y="4434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Tu acumulado y tu puesto están en la plataforma. Los premios los define Gestión Humana.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PRÓXIMO TALLER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TALLER [N+1] DE 6 · [MES]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DEL SIGUIENTE TALLER]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SIGUIENTE MES]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[Dos líneas: qué va a poder hacer la persona al terminar ese taller.]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1344168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07808" y="17373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E1]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313432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Encuentro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97112" y="1737360"/>
            <a:ext cx="1344168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17373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2313432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Consultorio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96144" y="1737360"/>
            <a:ext cx="1344168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24744" y="17373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E2]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96144" y="2313432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Encuentro 2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10896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229600" y="309067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INVITACIÓN LLEGA UN MES ANTES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3401568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Por Outlook desde Gestión Humana. Si no la ves, escríbele a tu líder.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29768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29600" y="427939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MIENTRAS TANTO, EL RETO DEL JUEVES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0" y="4590288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Cada jueves a las 7:00 a. m. Cuatro retos refuerzan lo que viste hoy.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Gracias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Taller [N] completo. Sigue el reto del jueves.</a:t>
            </a:r>
            <a:endParaRPr lang="en-US" sz="3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SUPERHUMANOS@GYJ.COM.CO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459028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Dudas, sugerencias y evidencias que no cargaron. Respuesta cada semana, a más tardar el viernes.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5669280"/>
            <a:ext cx="632460" cy="38404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9924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76844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5444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64168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9276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51492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880092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338816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67416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1026140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254740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GUÍA DE USO DE ESTA PLANTILLA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NOMBRE DEL ARCHIVO · SH_[PERFIL]_T[N]_E2_[AAAAMMDD]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Marcador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Qué va ahí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[PERFIL]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 o ADM en el nombre del archivo; Comercial o Administrativo en el texto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Número del taller, 1 a 6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DEL TALLER]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temario detallado, tal como está escrito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[CONCEPTO DEL MES]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concepto de IA del mes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[NÚMERO DEL RETO] [TEXTO DEL RETO]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calendario de los 28 retos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[NOMBRE] [ÁREA]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Casos compartidos: con permiso de la persona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[FECHA …]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Con día de la semana: «viernes 16 de octubre»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[PUNTOS …]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manual de puntajes y reconocimiento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[N+1] [MES]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Siguiente taller y su mes, del cronograma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47688" y="170078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00200"/>
            <a:ext cx="466344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00900" y="160020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REGLAS QUE NO CAMBIAN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Titulares en Barlow Condensed y en mayúsculas. Cuerpo en Atkinson Hyperlegible Next, en tipo oración.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Negro #0D0D0C y amarillo #FCC800. Sobre amarillo el texto va en negro. El amarillo como texto solo va sobre negro. Sobre blanco, el acento de texto es #8A6B00.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 tarjeta de caso se duplica por cada caso: tres o cuatro por encuentro.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gráfico de antes y después es nativo: clic derecho &gt; Editar datos.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logos de las empresas: la pieza sirve igual en las cinco compañías.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Pie de página: edítalo una sola vez en Vista &gt; Patrón de diapositivas.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falta una fuente, PowerPoint usa Arial Narrow y Arial. Instala las dos fuentes antes de presentar.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 diapositiva y la biblioteca de íconos se borran antes de presentar.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BIBLIOTECA DE ÍCONOS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COPIA Y PEGA EL ÍCONO EN LA DIAPOSITIVA QUE LO NECESITE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1691640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304288"/>
            <a:ext cx="256032" cy="25603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23042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chevron-right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1" y="1691640"/>
            <a:ext cx="566928" cy="56692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71" y="2304288"/>
            <a:ext cx="256032" cy="25603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235" y="2304288"/>
            <a:ext cx="256032" cy="25603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5722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chevron-left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634" y="1691640"/>
            <a:ext cx="566928" cy="56692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54" y="2304288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818" y="2304288"/>
            <a:ext cx="256032" cy="256032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25658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chevrons-up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5217" y="1691640"/>
            <a:ext cx="566928" cy="566928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937" y="2304288"/>
            <a:ext cx="256032" cy="256032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4401" y="2304288"/>
            <a:ext cx="256032" cy="256032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357439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play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3800" y="1691640"/>
            <a:ext cx="566928" cy="56692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9520" y="2304288"/>
            <a:ext cx="256032" cy="25603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2984" y="2304288"/>
            <a:ext cx="256032" cy="256032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458297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live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8104" y="2304288"/>
            <a:ext cx="256032" cy="25603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1568" y="2304288"/>
            <a:ext cx="256032" cy="256032"/>
          </a:xfrm>
          <a:prstGeom prst="rect">
            <a:avLst/>
          </a:prstGeom>
        </p:spPr>
      </p:pic>
      <p:sp>
        <p:nvSpPr>
          <p:cNvPr id="28" name="Text 8"/>
          <p:cNvSpPr txBox="1"/>
          <p:nvPr/>
        </p:nvSpPr>
        <p:spPr>
          <a:xfrm>
            <a:off x="559155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camera</a:t>
            </a:r>
            <a:endParaRPr lang="en-US" sz="900" dirty="0"/>
          </a:p>
        </p:txBody>
      </p:sp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0967" y="1691640"/>
            <a:ext cx="566928" cy="566928"/>
          </a:xfrm>
          <a:prstGeom prst="rect">
            <a:avLst/>
          </a:prstGeom>
        </p:spPr>
      </p:pic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6687" y="2304288"/>
            <a:ext cx="256032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50151" y="2304288"/>
            <a:ext cx="256032" cy="256032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660013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upload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550" y="1691640"/>
            <a:ext cx="566928" cy="566928"/>
          </a:xfrm>
          <a:prstGeom prst="rect">
            <a:avLst/>
          </a:prstGeom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70" y="2304288"/>
            <a:ext cx="256032" cy="256032"/>
          </a:xfrm>
          <a:prstGeom prst="rect">
            <a:avLst/>
          </a:prstGeom>
        </p:spPr>
      </p:pic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8734" y="2304288"/>
            <a:ext cx="256032" cy="256032"/>
          </a:xfrm>
          <a:prstGeom prst="rect">
            <a:avLst/>
          </a:prstGeom>
        </p:spPr>
      </p:pic>
      <p:sp>
        <p:nvSpPr>
          <p:cNvPr id="36" name="Text 10"/>
          <p:cNvSpPr txBox="1"/>
          <p:nvPr/>
        </p:nvSpPr>
        <p:spPr>
          <a:xfrm>
            <a:off x="760872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8133" y="1691640"/>
            <a:ext cx="566928" cy="566928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3853" y="2304288"/>
            <a:ext cx="256032" cy="256032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7317" y="2304288"/>
            <a:ext cx="256032" cy="256032"/>
          </a:xfrm>
          <a:prstGeom prst="rect">
            <a:avLst/>
          </a:prstGeom>
        </p:spPr>
      </p:pic>
      <p:sp>
        <p:nvSpPr>
          <p:cNvPr id="40" name="Text 11"/>
          <p:cNvSpPr txBox="1"/>
          <p:nvPr/>
        </p:nvSpPr>
        <p:spPr>
          <a:xfrm>
            <a:off x="86173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clock</a:t>
            </a:r>
            <a:endParaRPr lang="en-US" sz="900" dirty="0"/>
          </a:p>
        </p:txBody>
      </p:sp>
      <p:pic>
        <p:nvPicPr>
          <p:cNvPr id="4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6716" y="1691640"/>
            <a:ext cx="566928" cy="566928"/>
          </a:xfrm>
          <a:prstGeom prst="rect">
            <a:avLst/>
          </a:prstGeom>
        </p:spPr>
      </p:pic>
      <p:pic>
        <p:nvPicPr>
          <p:cNvPr id="4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92436" y="2304288"/>
            <a:ext cx="256032" cy="256032"/>
          </a:xfrm>
          <a:prstGeom prst="rect">
            <a:avLst/>
          </a:prstGeom>
        </p:spPr>
      </p:pic>
      <p:pic>
        <p:nvPicPr>
          <p:cNvPr id="4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5900" y="2304288"/>
            <a:ext cx="256032" cy="256032"/>
          </a:xfrm>
          <a:prstGeom prst="rect">
            <a:avLst/>
          </a:prstGeom>
        </p:spPr>
      </p:pic>
      <p:sp>
        <p:nvSpPr>
          <p:cNvPr id="44" name="Text 12"/>
          <p:cNvSpPr txBox="1"/>
          <p:nvPr/>
        </p:nvSpPr>
        <p:spPr>
          <a:xfrm>
            <a:off x="962588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calendar</a:t>
            </a:r>
            <a:endParaRPr lang="en-US" sz="900" dirty="0"/>
          </a:p>
        </p:txBody>
      </p:sp>
      <p:pic>
        <p:nvPicPr>
          <p:cNvPr id="4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55300" y="1691640"/>
            <a:ext cx="566928" cy="566928"/>
          </a:xfrm>
          <a:prstGeom prst="rect">
            <a:avLst/>
          </a:prstGeom>
        </p:spPr>
      </p:pic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01020" y="2304288"/>
            <a:ext cx="256032" cy="256032"/>
          </a:xfrm>
          <a:prstGeom prst="rect">
            <a:avLst/>
          </a:prstGeom>
        </p:spPr>
      </p:pic>
      <p:pic>
        <p:nvPicPr>
          <p:cNvPr id="4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84484" y="2304288"/>
            <a:ext cx="256032" cy="256032"/>
          </a:xfrm>
          <a:prstGeom prst="rect">
            <a:avLst/>
          </a:prstGeom>
        </p:spPr>
      </p:pic>
      <p:sp>
        <p:nvSpPr>
          <p:cNvPr id="48" name="Text 13"/>
          <p:cNvSpPr txBox="1"/>
          <p:nvPr/>
        </p:nvSpPr>
        <p:spPr>
          <a:xfrm>
            <a:off x="1063447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star</a:t>
            </a:r>
            <a:endParaRPr lang="en-US" sz="900" dirty="0"/>
          </a:p>
        </p:txBody>
      </p:sp>
      <p:pic>
        <p:nvPicPr>
          <p:cNvPr id="4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468" y="3108960"/>
            <a:ext cx="566928" cy="566928"/>
          </a:xfrm>
          <a:prstGeom prst="rect">
            <a:avLst/>
          </a:prstGeom>
        </p:spPr>
      </p:pic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5188" y="3721608"/>
            <a:ext cx="256032" cy="256032"/>
          </a:xfrm>
          <a:prstGeom prst="rect">
            <a:avLst/>
          </a:prstGeom>
        </p:spPr>
      </p:pic>
      <p:pic>
        <p:nvPicPr>
          <p:cNvPr id="5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652" y="3721608"/>
            <a:ext cx="256032" cy="256032"/>
          </a:xfrm>
          <a:prstGeom prst="rect">
            <a:avLst/>
          </a:prstGeom>
        </p:spPr>
      </p:pic>
      <p:sp>
        <p:nvSpPr>
          <p:cNvPr id="52" name="Text 14"/>
          <p:cNvSpPr txBox="1"/>
          <p:nvPr/>
        </p:nvSpPr>
        <p:spPr>
          <a:xfrm>
            <a:off x="54864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trophy</a:t>
            </a:r>
            <a:endParaRPr lang="en-US" sz="900" dirty="0"/>
          </a:p>
        </p:txBody>
      </p:sp>
      <p:pic>
        <p:nvPicPr>
          <p:cNvPr id="5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8051" y="3108960"/>
            <a:ext cx="566928" cy="566928"/>
          </a:xfrm>
          <a:prstGeom prst="rect">
            <a:avLst/>
          </a:prstGeom>
        </p:spPr>
      </p:pic>
      <p:pic>
        <p:nvPicPr>
          <p:cNvPr id="5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23771" y="3721608"/>
            <a:ext cx="256032" cy="256032"/>
          </a:xfrm>
          <a:prstGeom prst="rect">
            <a:avLst/>
          </a:prstGeom>
        </p:spPr>
      </p:pic>
      <p:pic>
        <p:nvPicPr>
          <p:cNvPr id="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7235" y="3721608"/>
            <a:ext cx="256032" cy="256032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155722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home</a:t>
            </a:r>
            <a:endParaRPr lang="en-US" sz="900" dirty="0"/>
          </a:p>
        </p:txBody>
      </p:sp>
      <p:pic>
        <p:nvPicPr>
          <p:cNvPr id="5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86634" y="3108960"/>
            <a:ext cx="566928" cy="566928"/>
          </a:xfrm>
          <a:prstGeom prst="rect">
            <a:avLst/>
          </a:prstGeom>
        </p:spPr>
      </p:pic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832354" y="3721608"/>
            <a:ext cx="256032" cy="256032"/>
          </a:xfrm>
          <a:prstGeom prst="rect">
            <a:avLst/>
          </a:prstGeom>
        </p:spPr>
      </p:pic>
      <p:pic>
        <p:nvPicPr>
          <p:cNvPr id="5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15818" y="3721608"/>
            <a:ext cx="256032" cy="256032"/>
          </a:xfrm>
          <a:prstGeom prst="rect">
            <a:avLst/>
          </a:prstGeom>
        </p:spPr>
      </p:pic>
      <p:sp>
        <p:nvSpPr>
          <p:cNvPr id="60" name="Text 16"/>
          <p:cNvSpPr txBox="1"/>
          <p:nvPr/>
        </p:nvSpPr>
        <p:spPr>
          <a:xfrm>
            <a:off x="25658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route</a:t>
            </a:r>
            <a:endParaRPr lang="en-US" sz="900" dirty="0"/>
          </a:p>
        </p:txBody>
      </p:sp>
      <p:pic>
        <p:nvPicPr>
          <p:cNvPr id="6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5217" y="3108960"/>
            <a:ext cx="566928" cy="566928"/>
          </a:xfrm>
          <a:prstGeom prst="rect">
            <a:avLst/>
          </a:prstGeom>
        </p:spPr>
      </p:pic>
      <p:pic>
        <p:nvPicPr>
          <p:cNvPr id="6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40937" y="3721608"/>
            <a:ext cx="256032" cy="256032"/>
          </a:xfrm>
          <a:prstGeom prst="rect">
            <a:avLst/>
          </a:prstGeom>
        </p:spPr>
      </p:pic>
      <p:pic>
        <p:nvPicPr>
          <p:cNvPr id="6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24401" y="3721608"/>
            <a:ext cx="256032" cy="256032"/>
          </a:xfrm>
          <a:prstGeom prst="rect">
            <a:avLst/>
          </a:prstGeom>
        </p:spPr>
      </p:pic>
      <p:sp>
        <p:nvSpPr>
          <p:cNvPr id="64" name="Text 17"/>
          <p:cNvSpPr txBox="1"/>
          <p:nvPr/>
        </p:nvSpPr>
        <p:spPr>
          <a:xfrm>
            <a:off x="357439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</a:t>
            </a:r>
            <a:endParaRPr lang="en-US" sz="900" dirty="0"/>
          </a:p>
        </p:txBody>
      </p:sp>
      <p:pic>
        <p:nvPicPr>
          <p:cNvPr id="6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03800" y="3108960"/>
            <a:ext cx="566928" cy="566928"/>
          </a:xfrm>
          <a:prstGeom prst="rect">
            <a:avLst/>
          </a:prstGeom>
        </p:spPr>
      </p:pic>
      <p:pic>
        <p:nvPicPr>
          <p:cNvPr id="6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49520" y="3721608"/>
            <a:ext cx="256032" cy="256032"/>
          </a:xfrm>
          <a:prstGeom prst="rect">
            <a:avLst/>
          </a:prstGeom>
        </p:spPr>
      </p:pic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32984" y="3721608"/>
            <a:ext cx="256032" cy="256032"/>
          </a:xfrm>
          <a:prstGeom prst="rect">
            <a:avLst/>
          </a:prstGeom>
        </p:spPr>
      </p:pic>
      <p:sp>
        <p:nvSpPr>
          <p:cNvPr id="68" name="Text 18"/>
          <p:cNvSpPr txBox="1"/>
          <p:nvPr/>
        </p:nvSpPr>
        <p:spPr>
          <a:xfrm>
            <a:off x="458297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users</a:t>
            </a:r>
            <a:endParaRPr lang="en-US" sz="900" dirty="0"/>
          </a:p>
        </p:txBody>
      </p:sp>
      <p:pic>
        <p:nvPicPr>
          <p:cNvPr id="6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384" y="3108960"/>
            <a:ext cx="566928" cy="566928"/>
          </a:xfrm>
          <a:prstGeom prst="rect">
            <a:avLst/>
          </a:prstGeom>
        </p:spPr>
      </p:pic>
      <p:pic>
        <p:nvPicPr>
          <p:cNvPr id="7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8104" y="3721608"/>
            <a:ext cx="256032" cy="256032"/>
          </a:xfrm>
          <a:prstGeom prst="rect">
            <a:avLst/>
          </a:prstGeom>
        </p:spPr>
      </p:pic>
      <p:pic>
        <p:nvPicPr>
          <p:cNvPr id="7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41568" y="3721608"/>
            <a:ext cx="256032" cy="256032"/>
          </a:xfrm>
          <a:prstGeom prst="rect">
            <a:avLst/>
          </a:prstGeom>
        </p:spPr>
      </p:pic>
      <p:sp>
        <p:nvSpPr>
          <p:cNvPr id="72" name="Text 19"/>
          <p:cNvSpPr txBox="1"/>
          <p:nvPr/>
        </p:nvSpPr>
        <p:spPr>
          <a:xfrm>
            <a:off x="559155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alert</a:t>
            </a:r>
            <a:endParaRPr lang="en-US" sz="900" dirty="0"/>
          </a:p>
        </p:txBody>
      </p:sp>
      <p:pic>
        <p:nvPicPr>
          <p:cNvPr id="7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20967" y="3108960"/>
            <a:ext cx="566928" cy="566928"/>
          </a:xfrm>
          <a:prstGeom prst="rect">
            <a:avLst/>
          </a:prstGeom>
        </p:spPr>
      </p:pic>
      <p:pic>
        <p:nvPicPr>
          <p:cNvPr id="7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6687" y="3721608"/>
            <a:ext cx="256032" cy="256032"/>
          </a:xfrm>
          <a:prstGeom prst="rect">
            <a:avLst/>
          </a:prstGeom>
        </p:spPr>
      </p:pic>
      <p:pic>
        <p:nvPicPr>
          <p:cNvPr id="7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150151" y="3721608"/>
            <a:ext cx="256032" cy="256032"/>
          </a:xfrm>
          <a:prstGeom prst="rect">
            <a:avLst/>
          </a:prstGeom>
        </p:spPr>
      </p:pic>
      <p:sp>
        <p:nvSpPr>
          <p:cNvPr id="76" name="Text 20"/>
          <p:cNvSpPr txBox="1"/>
          <p:nvPr/>
        </p:nvSpPr>
        <p:spPr>
          <a:xfrm>
            <a:off x="660013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info</a:t>
            </a:r>
            <a:endParaRPr lang="en-US" sz="900" dirty="0"/>
          </a:p>
        </p:txBody>
      </p:sp>
      <p:pic>
        <p:nvPicPr>
          <p:cNvPr id="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29550" y="3108960"/>
            <a:ext cx="566928" cy="566928"/>
          </a:xfrm>
          <a:prstGeom prst="rect">
            <a:avLst/>
          </a:prstGeom>
        </p:spPr>
      </p:pic>
      <p:pic>
        <p:nvPicPr>
          <p:cNvPr id="7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75270" y="3721608"/>
            <a:ext cx="256032" cy="256032"/>
          </a:xfrm>
          <a:prstGeom prst="rect">
            <a:avLst/>
          </a:prstGeom>
        </p:spPr>
      </p:pic>
      <p:pic>
        <p:nvPicPr>
          <p:cNvPr id="7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58734" y="3721608"/>
            <a:ext cx="256032" cy="256032"/>
          </a:xfrm>
          <a:prstGeom prst="rect">
            <a:avLst/>
          </a:prstGeom>
        </p:spPr>
      </p:pic>
      <p:sp>
        <p:nvSpPr>
          <p:cNvPr id="80" name="Text 21"/>
          <p:cNvSpPr txBox="1"/>
          <p:nvPr/>
        </p:nvSpPr>
        <p:spPr>
          <a:xfrm>
            <a:off x="760872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wifi-off</a:t>
            </a:r>
            <a:endParaRPr lang="en-US" sz="900" dirty="0"/>
          </a:p>
        </p:txBody>
      </p:sp>
      <p:pic>
        <p:nvPicPr>
          <p:cNvPr id="81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8133" y="3108960"/>
            <a:ext cx="566928" cy="56692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83853" y="3721608"/>
            <a:ext cx="256032" cy="256032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67317" y="3721608"/>
            <a:ext cx="256032" cy="256032"/>
          </a:xfrm>
          <a:prstGeom prst="rect">
            <a:avLst/>
          </a:prstGeom>
        </p:spPr>
      </p:pic>
      <p:sp>
        <p:nvSpPr>
          <p:cNvPr id="84" name="Text 22"/>
          <p:cNvSpPr txBox="1"/>
          <p:nvPr/>
        </p:nvSpPr>
        <p:spPr>
          <a:xfrm>
            <a:off x="86173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close</a:t>
            </a:r>
            <a:endParaRPr lang="en-US" sz="900" dirty="0"/>
          </a:p>
        </p:txBody>
      </p:sp>
      <p:pic>
        <p:nvPicPr>
          <p:cNvPr id="8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46716" y="3108960"/>
            <a:ext cx="566928" cy="566928"/>
          </a:xfrm>
          <a:prstGeom prst="rect">
            <a:avLst/>
          </a:prstGeom>
        </p:spPr>
      </p:pic>
      <p:pic>
        <p:nvPicPr>
          <p:cNvPr id="8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92436" y="3721608"/>
            <a:ext cx="256032" cy="256032"/>
          </a:xfrm>
          <a:prstGeom prst="rect">
            <a:avLst/>
          </a:prstGeom>
        </p:spPr>
      </p:pic>
      <p:pic>
        <p:nvPicPr>
          <p:cNvPr id="87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175900" y="3721608"/>
            <a:ext cx="256032" cy="256032"/>
          </a:xfrm>
          <a:prstGeom prst="rect">
            <a:avLst/>
          </a:prstGeom>
        </p:spPr>
      </p:pic>
      <p:sp>
        <p:nvSpPr>
          <p:cNvPr id="88" name="Text 23"/>
          <p:cNvSpPr txBox="1"/>
          <p:nvPr/>
        </p:nvSpPr>
        <p:spPr>
          <a:xfrm>
            <a:off x="962588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bulb</a:t>
            </a:r>
            <a:endParaRPr lang="en-US" sz="900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55300" y="3108960"/>
            <a:ext cx="566928" cy="566928"/>
          </a:xfrm>
          <a:prstGeom prst="rect">
            <a:avLst/>
          </a:prstGeom>
        </p:spPr>
      </p:pic>
      <p:pic>
        <p:nvPicPr>
          <p:cNvPr id="90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901020" y="3721608"/>
            <a:ext cx="256032" cy="256032"/>
          </a:xfrm>
          <a:prstGeom prst="rect">
            <a:avLst/>
          </a:prstGeom>
        </p:spPr>
      </p:pic>
      <p:pic>
        <p:nvPicPr>
          <p:cNvPr id="91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184484" y="3721608"/>
            <a:ext cx="256032" cy="256032"/>
          </a:xfrm>
          <a:prstGeom prst="rect">
            <a:avLst/>
          </a:prstGeom>
        </p:spPr>
      </p:pic>
      <p:sp>
        <p:nvSpPr>
          <p:cNvPr id="92" name="Text 24"/>
          <p:cNvSpPr txBox="1"/>
          <p:nvPr/>
        </p:nvSpPr>
        <p:spPr>
          <a:xfrm>
            <a:off x="1063447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rocket</a:t>
            </a:r>
            <a:endParaRPr lang="en-US" sz="900" dirty="0"/>
          </a:p>
        </p:txBody>
      </p:sp>
      <p:pic>
        <p:nvPicPr>
          <p:cNvPr id="93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9468" y="4526280"/>
            <a:ext cx="566928" cy="566928"/>
          </a:xfrm>
          <a:prstGeom prst="rect">
            <a:avLst/>
          </a:prstGeom>
        </p:spPr>
      </p:pic>
      <p:pic>
        <p:nvPicPr>
          <p:cNvPr id="9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188" y="5138928"/>
            <a:ext cx="256032" cy="256032"/>
          </a:xfrm>
          <a:prstGeom prst="rect">
            <a:avLst/>
          </a:prstGeom>
        </p:spPr>
      </p:pic>
      <p:pic>
        <p:nvPicPr>
          <p:cNvPr id="95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98652" y="5138928"/>
            <a:ext cx="256032" cy="256032"/>
          </a:xfrm>
          <a:prstGeom prst="rect">
            <a:avLst/>
          </a:prstGeom>
        </p:spPr>
      </p:pic>
      <p:sp>
        <p:nvSpPr>
          <p:cNvPr id="96" name="Text 25"/>
          <p:cNvSpPr txBox="1"/>
          <p:nvPr/>
        </p:nvSpPr>
        <p:spPr>
          <a:xfrm>
            <a:off x="54864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tool</a:t>
            </a:r>
            <a:endParaRPr lang="en-US" sz="900" dirty="0"/>
          </a:p>
        </p:txBody>
      </p:sp>
      <p:pic>
        <p:nvPicPr>
          <p:cNvPr id="97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78051" y="4526280"/>
            <a:ext cx="566928" cy="566928"/>
          </a:xfrm>
          <a:prstGeom prst="rect">
            <a:avLst/>
          </a:prstGeom>
        </p:spPr>
      </p:pic>
      <p:pic>
        <p:nvPicPr>
          <p:cNvPr id="98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823771" y="5138928"/>
            <a:ext cx="256032" cy="256032"/>
          </a:xfrm>
          <a:prstGeom prst="rect">
            <a:avLst/>
          </a:prstGeom>
        </p:spPr>
      </p:pic>
      <p:pic>
        <p:nvPicPr>
          <p:cNvPr id="99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107235" y="5138928"/>
            <a:ext cx="256032" cy="256032"/>
          </a:xfrm>
          <a:prstGeom prst="rect">
            <a:avLst/>
          </a:prstGeom>
        </p:spPr>
      </p:pic>
      <p:sp>
        <p:nvSpPr>
          <p:cNvPr id="100" name="Text 26"/>
          <p:cNvSpPr txBox="1"/>
          <p:nvPr/>
        </p:nvSpPr>
        <p:spPr>
          <a:xfrm>
            <a:off x="155722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clipboard</a:t>
            </a:r>
            <a:endParaRPr lang="en-US" sz="900" dirty="0"/>
          </a:p>
        </p:txBody>
      </p:sp>
      <p:pic>
        <p:nvPicPr>
          <p:cNvPr id="101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86634" y="4526280"/>
            <a:ext cx="566928" cy="566928"/>
          </a:xfrm>
          <a:prstGeom prst="rect">
            <a:avLst/>
          </a:prstGeom>
        </p:spPr>
      </p:pic>
      <p:pic>
        <p:nvPicPr>
          <p:cNvPr id="10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832354" y="5138928"/>
            <a:ext cx="256032" cy="256032"/>
          </a:xfrm>
          <a:prstGeom prst="rect">
            <a:avLst/>
          </a:prstGeom>
        </p:spPr>
      </p:pic>
      <p:pic>
        <p:nvPicPr>
          <p:cNvPr id="10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115818" y="5138928"/>
            <a:ext cx="256032" cy="256032"/>
          </a:xfrm>
          <a:prstGeom prst="rect">
            <a:avLst/>
          </a:prstGeom>
        </p:spPr>
      </p:pic>
      <p:sp>
        <p:nvSpPr>
          <p:cNvPr id="104" name="Text 27"/>
          <p:cNvSpPr txBox="1"/>
          <p:nvPr/>
        </p:nvSpPr>
        <p:spPr>
          <a:xfrm>
            <a:off x="25658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chat</a:t>
            </a:r>
            <a:endParaRPr lang="en-US" sz="900" dirty="0"/>
          </a:p>
        </p:txBody>
      </p:sp>
      <p:pic>
        <p:nvPicPr>
          <p:cNvPr id="10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795217" y="4526280"/>
            <a:ext cx="566928" cy="566928"/>
          </a:xfrm>
          <a:prstGeom prst="rect">
            <a:avLst/>
          </a:prstGeom>
        </p:spPr>
      </p:pic>
      <p:pic>
        <p:nvPicPr>
          <p:cNvPr id="10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840937" y="5138928"/>
            <a:ext cx="256032" cy="256032"/>
          </a:xfrm>
          <a:prstGeom prst="rect">
            <a:avLst/>
          </a:prstGeom>
        </p:spPr>
      </p:pic>
      <p:pic>
        <p:nvPicPr>
          <p:cNvPr id="10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24401" y="5138928"/>
            <a:ext cx="256032" cy="256032"/>
          </a:xfrm>
          <a:prstGeom prst="rect">
            <a:avLst/>
          </a:prstGeom>
        </p:spPr>
      </p:pic>
      <p:sp>
        <p:nvSpPr>
          <p:cNvPr id="108" name="Text 28"/>
          <p:cNvSpPr txBox="1"/>
          <p:nvPr/>
        </p:nvSpPr>
        <p:spPr>
          <a:xfrm>
            <a:off x="357439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</a:t>
            </a:r>
            <a:endParaRPr lang="en-US" sz="900" dirty="0"/>
          </a:p>
        </p:txBody>
      </p:sp>
      <p:pic>
        <p:nvPicPr>
          <p:cNvPr id="10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03800" y="4526280"/>
            <a:ext cx="566928" cy="566928"/>
          </a:xfrm>
          <a:prstGeom prst="rect">
            <a:avLst/>
          </a:prstGeom>
        </p:spPr>
      </p:pic>
      <p:pic>
        <p:nvPicPr>
          <p:cNvPr id="11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49520" y="5138928"/>
            <a:ext cx="256032" cy="256032"/>
          </a:xfrm>
          <a:prstGeom prst="rect">
            <a:avLst/>
          </a:prstGeom>
        </p:spPr>
      </p:pic>
      <p:pic>
        <p:nvPicPr>
          <p:cNvPr id="11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132984" y="5138928"/>
            <a:ext cx="256032" cy="256032"/>
          </a:xfrm>
          <a:prstGeom prst="rect">
            <a:avLst/>
          </a:prstGeom>
        </p:spPr>
      </p:pic>
      <p:sp>
        <p:nvSpPr>
          <p:cNvPr id="112" name="Text 29"/>
          <p:cNvSpPr txBox="1"/>
          <p:nvPr/>
        </p:nvSpPr>
        <p:spPr>
          <a:xfrm>
            <a:off x="458297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refresh</a:t>
            </a:r>
            <a:endParaRPr lang="en-US" sz="900" dirty="0"/>
          </a:p>
        </p:txBody>
      </p:sp>
      <p:pic>
        <p:nvPicPr>
          <p:cNvPr id="11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812384" y="4526280"/>
            <a:ext cx="566928" cy="566928"/>
          </a:xfrm>
          <a:prstGeom prst="rect">
            <a:avLst/>
          </a:prstGeom>
        </p:spPr>
      </p:pic>
      <p:pic>
        <p:nvPicPr>
          <p:cNvPr id="11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858104" y="5138928"/>
            <a:ext cx="256032" cy="256032"/>
          </a:xfrm>
          <a:prstGeom prst="rect">
            <a:avLst/>
          </a:prstGeom>
        </p:spPr>
      </p:pic>
      <p:pic>
        <p:nvPicPr>
          <p:cNvPr id="11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41568" y="5138928"/>
            <a:ext cx="256032" cy="256032"/>
          </a:xfrm>
          <a:prstGeom prst="rect">
            <a:avLst/>
          </a:prstGeom>
        </p:spPr>
      </p:pic>
      <p:sp>
        <p:nvSpPr>
          <p:cNvPr id="116" name="Text 30"/>
          <p:cNvSpPr txBox="1"/>
          <p:nvPr/>
        </p:nvSpPr>
        <p:spPr>
          <a:xfrm>
            <a:off x="559155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id-card</a:t>
            </a:r>
            <a:endParaRPr lang="en-US" sz="900" dirty="0"/>
          </a:p>
        </p:txBody>
      </p:sp>
      <p:pic>
        <p:nvPicPr>
          <p:cNvPr id="11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820967" y="4526280"/>
            <a:ext cx="566928" cy="566928"/>
          </a:xfrm>
          <a:prstGeom prst="rect">
            <a:avLst/>
          </a:prstGeom>
        </p:spPr>
      </p:pic>
      <p:pic>
        <p:nvPicPr>
          <p:cNvPr id="11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866687" y="5138928"/>
            <a:ext cx="256032" cy="256032"/>
          </a:xfrm>
          <a:prstGeom prst="rect">
            <a:avLst/>
          </a:prstGeom>
        </p:spPr>
      </p:pic>
      <p:pic>
        <p:nvPicPr>
          <p:cNvPr id="11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50151" y="5138928"/>
            <a:ext cx="256032" cy="256032"/>
          </a:xfrm>
          <a:prstGeom prst="rect">
            <a:avLst/>
          </a:prstGeom>
        </p:spPr>
      </p:pic>
      <p:sp>
        <p:nvSpPr>
          <p:cNvPr id="120" name="Text 31"/>
          <p:cNvSpPr txBox="1"/>
          <p:nvPr/>
        </p:nvSpPr>
        <p:spPr>
          <a:xfrm>
            <a:off x="660013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circle-empty</a:t>
            </a:r>
            <a:endParaRPr lang="en-US" sz="900" dirty="0"/>
          </a:p>
        </p:txBody>
      </p:sp>
      <p:pic>
        <p:nvPicPr>
          <p:cNvPr id="12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9550" y="4526280"/>
            <a:ext cx="566928" cy="566928"/>
          </a:xfrm>
          <a:prstGeom prst="rect">
            <a:avLst/>
          </a:prstGeom>
        </p:spPr>
      </p:pic>
      <p:pic>
        <p:nvPicPr>
          <p:cNvPr id="12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875270" y="5138928"/>
            <a:ext cx="256032" cy="256032"/>
          </a:xfrm>
          <a:prstGeom prst="rect">
            <a:avLst/>
          </a:prstGeom>
        </p:spPr>
      </p:pic>
      <p:pic>
        <p:nvPicPr>
          <p:cNvPr id="12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158734" y="5138928"/>
            <a:ext cx="256032" cy="256032"/>
          </a:xfrm>
          <a:prstGeom prst="rect">
            <a:avLst/>
          </a:prstGeom>
        </p:spPr>
      </p:pic>
      <p:sp>
        <p:nvSpPr>
          <p:cNvPr id="124" name="Text 32"/>
          <p:cNvSpPr txBox="1"/>
          <p:nvPr/>
        </p:nvSpPr>
        <p:spPr>
          <a:xfrm>
            <a:off x="760872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circle-half</a:t>
            </a:r>
            <a:endParaRPr lang="en-US" sz="900" dirty="0"/>
          </a:p>
        </p:txBody>
      </p:sp>
      <p:pic>
        <p:nvPicPr>
          <p:cNvPr id="125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38133" y="4526280"/>
            <a:ext cx="566928" cy="566928"/>
          </a:xfrm>
          <a:prstGeom prst="rect">
            <a:avLst/>
          </a:prstGeom>
        </p:spPr>
      </p:pic>
      <p:pic>
        <p:nvPicPr>
          <p:cNvPr id="126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883853" y="5138928"/>
            <a:ext cx="256032" cy="256032"/>
          </a:xfrm>
          <a:prstGeom prst="rect">
            <a:avLst/>
          </a:prstGeom>
        </p:spPr>
      </p:pic>
      <p:pic>
        <p:nvPicPr>
          <p:cNvPr id="127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67317" y="5138928"/>
            <a:ext cx="256032" cy="256032"/>
          </a:xfrm>
          <a:prstGeom prst="rect">
            <a:avLst/>
          </a:prstGeom>
        </p:spPr>
      </p:pic>
      <p:sp>
        <p:nvSpPr>
          <p:cNvPr id="128" name="Text 33"/>
          <p:cNvSpPr txBox="1"/>
          <p:nvPr/>
        </p:nvSpPr>
        <p:spPr>
          <a:xfrm>
            <a:off x="86173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circle-check</a:t>
            </a:r>
            <a:endParaRPr lang="en-US" sz="900" dirty="0"/>
          </a:p>
        </p:txBody>
      </p:sp>
      <p:pic>
        <p:nvPicPr>
          <p:cNvPr id="129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846716" y="4526280"/>
            <a:ext cx="566928" cy="566928"/>
          </a:xfrm>
          <a:prstGeom prst="rect">
            <a:avLst/>
          </a:prstGeom>
        </p:spPr>
      </p:pic>
      <p:pic>
        <p:nvPicPr>
          <p:cNvPr id="13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892436" y="5138928"/>
            <a:ext cx="256032" cy="256032"/>
          </a:xfrm>
          <a:prstGeom prst="rect">
            <a:avLst/>
          </a:prstGeom>
        </p:spPr>
      </p:pic>
      <p:pic>
        <p:nvPicPr>
          <p:cNvPr id="13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175900" y="5138928"/>
            <a:ext cx="256032" cy="256032"/>
          </a:xfrm>
          <a:prstGeom prst="rect">
            <a:avLst/>
          </a:prstGeom>
        </p:spPr>
      </p:pic>
      <p:sp>
        <p:nvSpPr>
          <p:cNvPr id="132" name="Text 34"/>
          <p:cNvSpPr txBox="1"/>
          <p:nvPr/>
        </p:nvSpPr>
        <p:spPr>
          <a:xfrm>
            <a:off x="962588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menu</a:t>
            </a:r>
            <a:endParaRPr lang="en-US" sz="900" dirty="0"/>
          </a:p>
        </p:txBody>
      </p:sp>
      <p:pic>
        <p:nvPicPr>
          <p:cNvPr id="133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55300" y="4526280"/>
            <a:ext cx="566928" cy="566928"/>
          </a:xfrm>
          <a:prstGeom prst="rect">
            <a:avLst/>
          </a:prstGeom>
        </p:spPr>
      </p:pic>
      <p:pic>
        <p:nvPicPr>
          <p:cNvPr id="134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901020" y="5138928"/>
            <a:ext cx="256032" cy="256032"/>
          </a:xfrm>
          <a:prstGeom prst="rect">
            <a:avLst/>
          </a:prstGeom>
        </p:spPr>
      </p:pic>
      <p:pic>
        <p:nvPicPr>
          <p:cNvPr id="13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1184484" y="5138928"/>
            <a:ext cx="256032" cy="256032"/>
          </a:xfrm>
          <a:prstGeom prst="rect">
            <a:avLst/>
          </a:prstGeom>
        </p:spPr>
      </p:pic>
      <p:sp>
        <p:nvSpPr>
          <p:cNvPr id="136" name="Text 35"/>
          <p:cNvSpPr txBox="1"/>
          <p:nvPr/>
        </p:nvSpPr>
        <p:spPr>
          <a:xfrm>
            <a:off x="1063447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medal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Pivot · Super Humanos">
  <a:themeElements>
    <a:clrScheme name="Campus Pivot · Super Humanos">
      <a:dk1>
        <a:srgbClr val="0D0D0C"/>
      </a:dk1>
      <a:lt1>
        <a:srgbClr val="FFFFFF"/>
      </a:lt1>
      <a:dk2>
        <a:srgbClr val="3D3D38"/>
      </a:dk2>
      <a:lt2>
        <a:srgbClr val="F7F7F5"/>
      </a:lt2>
      <a:accent1>
        <a:srgbClr val="FCC800"/>
      </a:accent1>
      <a:accent2>
        <a:srgbClr val="8A6B00"/>
      </a:accent2>
      <a:accent3>
        <a:srgbClr val="56564F"/>
      </a:accent3>
      <a:accent4>
        <a:srgbClr val="15702F"/>
      </a:accent4>
      <a:accent5>
        <a:srgbClr val="1D5FBF"/>
      </a:accent5>
      <a:accent6>
        <a:srgbClr val="B54708"/>
      </a:accent6>
      <a:hlink>
        <a:srgbClr val="0D0D0C"/>
      </a:hlink>
      <a:folHlink>
        <a:srgbClr val="56564F"/>
      </a:folHlink>
    </a:clrScheme>
    <a:fontScheme name="Campus Pivot · Super Humanos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Pivot 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taller · Encuentro 2 · aplicación</dc:title>
  <dc:subject>PptxGenJS Presentation</dc:subject>
  <dc:creator>Pivot Power</dc:creator>
  <cp:lastModifiedBy>Pivot Power</cp:lastModifiedBy>
  <cp:revision>1</cp:revision>
  <dcterms:created xsi:type="dcterms:W3CDTF">2026-10-03T21:18:14Z</dcterms:created>
  <dcterms:modified xsi:type="dcterms:W3CDTF">2026-10-03T21:18:14Z</dcterms:modified>
</cp:coreProperties>
</file>